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10287000" cx="18288000"/>
  <p:notesSz cx="6858000" cy="9144000"/>
  <p:embeddedFontLst>
    <p:embeddedFont>
      <p:font typeface="Roboto ExtraLight"/>
      <p:regular r:id="rId20"/>
      <p:bold r:id="rId21"/>
      <p:italic r:id="rId22"/>
      <p:boldItalic r:id="rId23"/>
    </p:embeddedFont>
    <p:embeddedFont>
      <p:font typeface="Roboto Black"/>
      <p:bold r:id="rId24"/>
      <p:boldItalic r:id="rId25"/>
    </p:embeddedFont>
    <p:embeddedFont>
      <p:font typeface="Roboto Thin"/>
      <p:regular r:id="rId26"/>
      <p:bold r:id="rId27"/>
      <p:italic r:id="rId28"/>
      <p:boldItalic r:id="rId29"/>
    </p:embeddedFont>
    <p:embeddedFont>
      <p:font typeface="Roboto"/>
      <p:regular r:id="rId30"/>
      <p:bold r:id="rId31"/>
      <p:italic r:id="rId32"/>
      <p:boldItalic r:id="rId33"/>
    </p:embeddedFont>
    <p:embeddedFont>
      <p:font typeface="Roboto SemiBold"/>
      <p:regular r:id="rId34"/>
      <p:bold r:id="rId35"/>
      <p:italic r:id="rId36"/>
      <p:boldItalic r:id="rId37"/>
    </p:embeddedFont>
    <p:embeddedFont>
      <p:font typeface="Roboto Light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240">
          <p15:clr>
            <a:srgbClr val="000000"/>
          </p15:clr>
        </p15:guide>
        <p15:guide id="2" pos="432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240" orient="horz"/>
        <p:guide pos="432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Light-italic.fntdata"/><Relationship Id="rId20" Type="http://schemas.openxmlformats.org/officeDocument/2006/relationships/font" Target="fonts/RobotoExtraLight-regular.fntdata"/><Relationship Id="rId41" Type="http://schemas.openxmlformats.org/officeDocument/2006/relationships/font" Target="fonts/RobotoLight-boldItalic.fntdata"/><Relationship Id="rId22" Type="http://schemas.openxmlformats.org/officeDocument/2006/relationships/font" Target="fonts/RobotoExtraLight-italic.fntdata"/><Relationship Id="rId21" Type="http://schemas.openxmlformats.org/officeDocument/2006/relationships/font" Target="fonts/RobotoExtraLight-bold.fntdata"/><Relationship Id="rId24" Type="http://schemas.openxmlformats.org/officeDocument/2006/relationships/font" Target="fonts/RobotoBlack-bold.fntdata"/><Relationship Id="rId23" Type="http://schemas.openxmlformats.org/officeDocument/2006/relationships/font" Target="fonts/RobotoExtraLight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Thin-regular.fntdata"/><Relationship Id="rId25" Type="http://schemas.openxmlformats.org/officeDocument/2006/relationships/font" Target="fonts/RobotoBlack-boldItalic.fntdata"/><Relationship Id="rId28" Type="http://schemas.openxmlformats.org/officeDocument/2006/relationships/font" Target="fonts/RobotoThin-italic.fntdata"/><Relationship Id="rId27" Type="http://schemas.openxmlformats.org/officeDocument/2006/relationships/font" Target="fonts/RobotoThin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Thin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-bold.fntdata"/><Relationship Id="rId30" Type="http://schemas.openxmlformats.org/officeDocument/2006/relationships/font" Target="fonts/Roboto-regular.fntdata"/><Relationship Id="rId11" Type="http://schemas.openxmlformats.org/officeDocument/2006/relationships/slide" Target="slides/slide6.xml"/><Relationship Id="rId33" Type="http://schemas.openxmlformats.org/officeDocument/2006/relationships/font" Target="fonts/Roboto-boldItalic.fntdata"/><Relationship Id="rId10" Type="http://schemas.openxmlformats.org/officeDocument/2006/relationships/slide" Target="slides/slide5.xml"/><Relationship Id="rId32" Type="http://schemas.openxmlformats.org/officeDocument/2006/relationships/font" Target="fonts/Roboto-italic.fntdata"/><Relationship Id="rId13" Type="http://schemas.openxmlformats.org/officeDocument/2006/relationships/slide" Target="slides/slide8.xml"/><Relationship Id="rId35" Type="http://schemas.openxmlformats.org/officeDocument/2006/relationships/font" Target="fonts/RobotoSemiBold-bold.fntdata"/><Relationship Id="rId12" Type="http://schemas.openxmlformats.org/officeDocument/2006/relationships/slide" Target="slides/slide7.xml"/><Relationship Id="rId34" Type="http://schemas.openxmlformats.org/officeDocument/2006/relationships/font" Target="fonts/RobotoSemiBold-regular.fntdata"/><Relationship Id="rId15" Type="http://schemas.openxmlformats.org/officeDocument/2006/relationships/slide" Target="slides/slide10.xml"/><Relationship Id="rId37" Type="http://schemas.openxmlformats.org/officeDocument/2006/relationships/font" Target="fonts/RobotoSemiBold-boldItalic.fntdata"/><Relationship Id="rId14" Type="http://schemas.openxmlformats.org/officeDocument/2006/relationships/slide" Target="slides/slide9.xml"/><Relationship Id="rId36" Type="http://schemas.openxmlformats.org/officeDocument/2006/relationships/font" Target="fonts/RobotoSemiBold-italic.fntdata"/><Relationship Id="rId17" Type="http://schemas.openxmlformats.org/officeDocument/2006/relationships/slide" Target="slides/slide12.xml"/><Relationship Id="rId39" Type="http://schemas.openxmlformats.org/officeDocument/2006/relationships/font" Target="fonts/RobotoLight-bold.fntdata"/><Relationship Id="rId16" Type="http://schemas.openxmlformats.org/officeDocument/2006/relationships/slide" Target="slides/slide11.xml"/><Relationship Id="rId38" Type="http://schemas.openxmlformats.org/officeDocument/2006/relationships/font" Target="fonts/RobotoLight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d3fb479af4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g3d3fb479af4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d3fb479af4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g3d3fb479af4_0_8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d3fb479af4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g3d3fb479af4_0_1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d3fb479af4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g3d3fb479af4_0_1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d3fb479af4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g3d3fb479af4_0_2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d3fb479af4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g3d3fb479af4_0_2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d3fb479af4_0_2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d3fb479af4_0_2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g3d3fb479af4_0_25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d3fb479af4_0_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d3fb479af4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685800" y="9534525"/>
            <a:ext cx="32004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100"/>
              <a:buNone/>
              <a:defRPr sz="1800"/>
            </a:lvl1pPr>
            <a:lvl2pPr lvl="1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2pPr>
            <a:lvl3pPr lvl="2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3pPr>
            <a:lvl4pPr lvl="3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4pPr>
            <a:lvl5pPr lvl="4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5pPr>
            <a:lvl6pPr lvl="5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6pPr>
            <a:lvl7pPr lvl="6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7pPr>
            <a:lvl8pPr lvl="7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8pPr>
            <a:lvl9pPr lvl="8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4686300" y="9534525"/>
            <a:ext cx="43434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1800"/>
            </a:lvl1pPr>
            <a:lvl2pPr lvl="1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2pPr>
            <a:lvl3pPr lvl="2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3pPr>
            <a:lvl4pPr lvl="3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4pPr>
            <a:lvl5pPr lvl="4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5pPr>
            <a:lvl6pPr lvl="5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6pPr>
            <a:lvl7pPr lvl="6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7pPr>
            <a:lvl8pPr lvl="7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8pPr>
            <a:lvl9pPr lvl="8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9829800" y="9534525"/>
            <a:ext cx="32004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indent="0" lvl="0" marL="0" algn="r">
              <a:spcBef>
                <a:spcPts val="0"/>
              </a:spcBef>
              <a:buNone/>
              <a:defRPr sz="1800"/>
            </a:lvl1pPr>
            <a:lvl2pPr indent="0" lvl="1" marL="0" algn="r">
              <a:spcBef>
                <a:spcPts val="0"/>
              </a:spcBef>
              <a:buNone/>
              <a:defRPr sz="1800"/>
            </a:lvl2pPr>
            <a:lvl3pPr indent="0" lvl="2" marL="0" algn="r">
              <a:spcBef>
                <a:spcPts val="0"/>
              </a:spcBef>
              <a:buNone/>
              <a:defRPr sz="1800"/>
            </a:lvl3pPr>
            <a:lvl4pPr indent="0" lvl="3" marL="0" algn="r">
              <a:spcBef>
                <a:spcPts val="0"/>
              </a:spcBef>
              <a:buNone/>
              <a:defRPr sz="1800"/>
            </a:lvl4pPr>
            <a:lvl5pPr indent="0" lvl="4" marL="0" algn="r">
              <a:spcBef>
                <a:spcPts val="0"/>
              </a:spcBef>
              <a:buNone/>
              <a:defRPr sz="1800"/>
            </a:lvl5pPr>
            <a:lvl6pPr indent="0" lvl="5" marL="0" algn="r">
              <a:spcBef>
                <a:spcPts val="0"/>
              </a:spcBef>
              <a:buNone/>
              <a:defRPr sz="1800"/>
            </a:lvl6pPr>
            <a:lvl7pPr indent="0" lvl="6" marL="0" algn="r">
              <a:spcBef>
                <a:spcPts val="0"/>
              </a:spcBef>
              <a:buNone/>
              <a:defRPr sz="1800"/>
            </a:lvl7pPr>
            <a:lvl8pPr indent="0" lvl="7" marL="0" algn="r">
              <a:spcBef>
                <a:spcPts val="0"/>
              </a:spcBef>
              <a:buNone/>
              <a:defRPr sz="1800"/>
            </a:lvl8pPr>
            <a:lvl9pPr indent="0" lvl="8" marL="0" algn="r">
              <a:spcBef>
                <a:spcPts val="0"/>
              </a:spcBef>
              <a:buNone/>
              <a:defRPr sz="18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1028700" y="3195638"/>
            <a:ext cx="11658600" cy="22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6600"/>
            </a:lvl1pPr>
            <a:lvl2pPr lvl="1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2pPr>
            <a:lvl3pPr lvl="2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3pPr>
            <a:lvl4pPr lvl="3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4pPr>
            <a:lvl5pPr lvl="4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5pPr>
            <a:lvl6pPr lvl="5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6pPr>
            <a:lvl7pPr lvl="6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7pPr>
            <a:lvl8pPr lvl="7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8pPr>
            <a:lvl9pPr lvl="8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2057400" y="5829300"/>
            <a:ext cx="96012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rmAutofit/>
          </a:bodyPr>
          <a:lstStyle>
            <a:lvl1pPr lvl="0" algn="ctr">
              <a:spcBef>
                <a:spcPts val="960"/>
              </a:spcBef>
              <a:spcAft>
                <a:spcPts val="0"/>
              </a:spcAft>
              <a:buClr>
                <a:srgbClr val="888888"/>
              </a:buClr>
              <a:buSzPts val="4800"/>
              <a:buNone/>
              <a:defRPr sz="4800">
                <a:solidFill>
                  <a:srgbClr val="888888"/>
                </a:solidFill>
              </a:defRPr>
            </a:lvl1pPr>
            <a:lvl2pPr lvl="1" algn="ctr">
              <a:spcBef>
                <a:spcPts val="840"/>
              </a:spcBef>
              <a:spcAft>
                <a:spcPts val="0"/>
              </a:spcAft>
              <a:buClr>
                <a:srgbClr val="888888"/>
              </a:buClr>
              <a:buSzPts val="4200"/>
              <a:buNone/>
              <a:defRPr sz="4200">
                <a:solidFill>
                  <a:srgbClr val="888888"/>
                </a:solidFill>
              </a:defRPr>
            </a:lvl2pPr>
            <a:lvl3pPr lvl="2" algn="ctr">
              <a:spcBef>
                <a:spcPts val="720"/>
              </a:spcBef>
              <a:spcAft>
                <a:spcPts val="0"/>
              </a:spcAft>
              <a:buClr>
                <a:srgbClr val="888888"/>
              </a:buClr>
              <a:buSzPts val="3600"/>
              <a:buNone/>
              <a:defRPr sz="3600">
                <a:solidFill>
                  <a:srgbClr val="888888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000"/>
              <a:buNone/>
              <a:defRPr sz="3000">
                <a:solidFill>
                  <a:srgbClr val="888888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000"/>
              <a:buNone/>
              <a:defRPr sz="3000">
                <a:solidFill>
                  <a:srgbClr val="888888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000"/>
              <a:buNone/>
              <a:defRPr sz="3000">
                <a:solidFill>
                  <a:srgbClr val="888888"/>
                </a:solidFill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000"/>
              <a:buNone/>
              <a:defRPr sz="3000">
                <a:solidFill>
                  <a:srgbClr val="888888"/>
                </a:solidFill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000"/>
              <a:buNone/>
              <a:defRPr sz="3000">
                <a:solidFill>
                  <a:srgbClr val="888888"/>
                </a:solidFill>
              </a:defRPr>
            </a:lvl8pPr>
            <a:lvl9pPr lvl="8" algn="ctr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000"/>
              <a:buNone/>
              <a:defRPr sz="30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685800" y="9534525"/>
            <a:ext cx="32004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100"/>
              <a:buNone/>
              <a:defRPr sz="1800"/>
            </a:lvl1pPr>
            <a:lvl2pPr lvl="1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2pPr>
            <a:lvl3pPr lvl="2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3pPr>
            <a:lvl4pPr lvl="3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4pPr>
            <a:lvl5pPr lvl="4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5pPr>
            <a:lvl6pPr lvl="5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6pPr>
            <a:lvl7pPr lvl="6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7pPr>
            <a:lvl8pPr lvl="7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8pPr>
            <a:lvl9pPr lvl="8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4686300" y="9534525"/>
            <a:ext cx="43434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1800"/>
            </a:lvl1pPr>
            <a:lvl2pPr lvl="1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2pPr>
            <a:lvl3pPr lvl="2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3pPr>
            <a:lvl4pPr lvl="3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4pPr>
            <a:lvl5pPr lvl="4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5pPr>
            <a:lvl6pPr lvl="5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6pPr>
            <a:lvl7pPr lvl="6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7pPr>
            <a:lvl8pPr lvl="7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8pPr>
            <a:lvl9pPr lvl="8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9829800" y="9534525"/>
            <a:ext cx="32004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indent="0" lvl="0" marL="0" algn="r">
              <a:spcBef>
                <a:spcPts val="0"/>
              </a:spcBef>
              <a:buNone/>
              <a:defRPr sz="1800"/>
            </a:lvl1pPr>
            <a:lvl2pPr indent="0" lvl="1" marL="0" algn="r">
              <a:spcBef>
                <a:spcPts val="0"/>
              </a:spcBef>
              <a:buNone/>
              <a:defRPr sz="1800"/>
            </a:lvl2pPr>
            <a:lvl3pPr indent="0" lvl="2" marL="0" algn="r">
              <a:spcBef>
                <a:spcPts val="0"/>
              </a:spcBef>
              <a:buNone/>
              <a:defRPr sz="1800"/>
            </a:lvl3pPr>
            <a:lvl4pPr indent="0" lvl="3" marL="0" algn="r">
              <a:spcBef>
                <a:spcPts val="0"/>
              </a:spcBef>
              <a:buNone/>
              <a:defRPr sz="1800"/>
            </a:lvl4pPr>
            <a:lvl5pPr indent="0" lvl="4" marL="0" algn="r">
              <a:spcBef>
                <a:spcPts val="0"/>
              </a:spcBef>
              <a:buNone/>
              <a:defRPr sz="1800"/>
            </a:lvl5pPr>
            <a:lvl6pPr indent="0" lvl="5" marL="0" algn="r">
              <a:spcBef>
                <a:spcPts val="0"/>
              </a:spcBef>
              <a:buNone/>
              <a:defRPr sz="1800"/>
            </a:lvl6pPr>
            <a:lvl7pPr indent="0" lvl="6" marL="0" algn="r">
              <a:spcBef>
                <a:spcPts val="0"/>
              </a:spcBef>
              <a:buNone/>
              <a:defRPr sz="1800"/>
            </a:lvl7pPr>
            <a:lvl8pPr indent="0" lvl="7" marL="0" algn="r">
              <a:spcBef>
                <a:spcPts val="0"/>
              </a:spcBef>
              <a:buNone/>
              <a:defRPr sz="1800"/>
            </a:lvl8pPr>
            <a:lvl9pPr indent="0" lvl="8" marL="0" algn="r">
              <a:spcBef>
                <a:spcPts val="0"/>
              </a:spcBef>
              <a:buNone/>
              <a:defRPr sz="18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685800" y="411957"/>
            <a:ext cx="123444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6600"/>
            </a:lvl1pPr>
            <a:lvl2pPr lvl="1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2pPr>
            <a:lvl3pPr lvl="2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3pPr>
            <a:lvl4pPr lvl="3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4pPr>
            <a:lvl5pPr lvl="4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5pPr>
            <a:lvl6pPr lvl="5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6pPr>
            <a:lvl7pPr lvl="6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7pPr>
            <a:lvl8pPr lvl="7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8pPr>
            <a:lvl9pPr lvl="8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685800" y="2400300"/>
            <a:ext cx="12344400" cy="67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rmAutofit/>
          </a:bodyPr>
          <a:lstStyle>
            <a:lvl1pPr indent="-400050" lvl="0" marL="4572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4800"/>
            </a:lvl1pPr>
            <a:lvl2pPr indent="-400050" lvl="1" marL="9144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–"/>
              <a:defRPr sz="4200"/>
            </a:lvl2pPr>
            <a:lvl3pPr indent="-400050" lvl="2" marL="13716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3600"/>
            </a:lvl3pPr>
            <a:lvl4pPr indent="-400050" lvl="3" marL="18288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–"/>
              <a:defRPr sz="3000"/>
            </a:lvl4pPr>
            <a:lvl5pPr indent="-400050" lvl="4" marL="22860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»"/>
              <a:defRPr sz="3000"/>
            </a:lvl5pPr>
            <a:lvl6pPr indent="-400050" lvl="5" marL="27432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3000"/>
            </a:lvl6pPr>
            <a:lvl7pPr indent="-400050" lvl="6" marL="32004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3000"/>
            </a:lvl7pPr>
            <a:lvl8pPr indent="-400050" lvl="7" marL="36576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3000"/>
            </a:lvl8pPr>
            <a:lvl9pPr indent="-400050" lvl="8" marL="41148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3000"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685800" y="9534525"/>
            <a:ext cx="32004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100"/>
              <a:buNone/>
              <a:defRPr sz="1800"/>
            </a:lvl1pPr>
            <a:lvl2pPr lvl="1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2pPr>
            <a:lvl3pPr lvl="2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3pPr>
            <a:lvl4pPr lvl="3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4pPr>
            <a:lvl5pPr lvl="4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5pPr>
            <a:lvl6pPr lvl="5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6pPr>
            <a:lvl7pPr lvl="6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7pPr>
            <a:lvl8pPr lvl="7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8pPr>
            <a:lvl9pPr lvl="8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4686300" y="9534525"/>
            <a:ext cx="43434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1800"/>
            </a:lvl1pPr>
            <a:lvl2pPr lvl="1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2pPr>
            <a:lvl3pPr lvl="2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3pPr>
            <a:lvl4pPr lvl="3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4pPr>
            <a:lvl5pPr lvl="4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5pPr>
            <a:lvl6pPr lvl="5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6pPr>
            <a:lvl7pPr lvl="6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7pPr>
            <a:lvl8pPr lvl="7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8pPr>
            <a:lvl9pPr lvl="8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9829800" y="9534525"/>
            <a:ext cx="32004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indent="0" lvl="0" marL="0" algn="r">
              <a:spcBef>
                <a:spcPts val="0"/>
              </a:spcBef>
              <a:buNone/>
              <a:defRPr sz="1800"/>
            </a:lvl1pPr>
            <a:lvl2pPr indent="0" lvl="1" marL="0" algn="r">
              <a:spcBef>
                <a:spcPts val="0"/>
              </a:spcBef>
              <a:buNone/>
              <a:defRPr sz="1800"/>
            </a:lvl2pPr>
            <a:lvl3pPr indent="0" lvl="2" marL="0" algn="r">
              <a:spcBef>
                <a:spcPts val="0"/>
              </a:spcBef>
              <a:buNone/>
              <a:defRPr sz="1800"/>
            </a:lvl3pPr>
            <a:lvl4pPr indent="0" lvl="3" marL="0" algn="r">
              <a:spcBef>
                <a:spcPts val="0"/>
              </a:spcBef>
              <a:buNone/>
              <a:defRPr sz="1800"/>
            </a:lvl4pPr>
            <a:lvl5pPr indent="0" lvl="4" marL="0" algn="r">
              <a:spcBef>
                <a:spcPts val="0"/>
              </a:spcBef>
              <a:buNone/>
              <a:defRPr sz="1800"/>
            </a:lvl5pPr>
            <a:lvl6pPr indent="0" lvl="5" marL="0" algn="r">
              <a:spcBef>
                <a:spcPts val="0"/>
              </a:spcBef>
              <a:buNone/>
              <a:defRPr sz="1800"/>
            </a:lvl6pPr>
            <a:lvl7pPr indent="0" lvl="6" marL="0" algn="r">
              <a:spcBef>
                <a:spcPts val="0"/>
              </a:spcBef>
              <a:buNone/>
              <a:defRPr sz="1800"/>
            </a:lvl7pPr>
            <a:lvl8pPr indent="0" lvl="7" marL="0" algn="r">
              <a:spcBef>
                <a:spcPts val="0"/>
              </a:spcBef>
              <a:buNone/>
              <a:defRPr sz="1800"/>
            </a:lvl8pPr>
            <a:lvl9pPr indent="0" lvl="8" marL="0" algn="r">
              <a:spcBef>
                <a:spcPts val="0"/>
              </a:spcBef>
              <a:buNone/>
              <a:defRPr sz="18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1083470" y="6610350"/>
            <a:ext cx="11658600" cy="20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b="1" sz="6000" cap="none"/>
            </a:lvl1pPr>
            <a:lvl2pPr lvl="1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2pPr>
            <a:lvl3pPr lvl="2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3pPr>
            <a:lvl4pPr lvl="3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4pPr>
            <a:lvl5pPr lvl="4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5pPr>
            <a:lvl6pPr lvl="5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6pPr>
            <a:lvl7pPr lvl="6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7pPr>
            <a:lvl8pPr lvl="7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8pPr>
            <a:lvl9pPr lvl="8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1083470" y="4360069"/>
            <a:ext cx="11658600" cy="22503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50" lIns="137150" spcFirstLastPara="1" rIns="137150" wrap="square" tIns="68550">
            <a:norm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000"/>
              <a:buNone/>
              <a:defRPr sz="3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 sz="27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42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 sz="2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42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 sz="2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42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 sz="2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42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 sz="2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42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 sz="2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42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 sz="2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685800" y="9534525"/>
            <a:ext cx="32004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100"/>
              <a:buNone/>
              <a:defRPr sz="1800"/>
            </a:lvl1pPr>
            <a:lvl2pPr lvl="1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2pPr>
            <a:lvl3pPr lvl="2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3pPr>
            <a:lvl4pPr lvl="3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4pPr>
            <a:lvl5pPr lvl="4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5pPr>
            <a:lvl6pPr lvl="5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6pPr>
            <a:lvl7pPr lvl="6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7pPr>
            <a:lvl8pPr lvl="7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8pPr>
            <a:lvl9pPr lvl="8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4686300" y="9534525"/>
            <a:ext cx="43434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1800"/>
            </a:lvl1pPr>
            <a:lvl2pPr lvl="1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2pPr>
            <a:lvl3pPr lvl="2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3pPr>
            <a:lvl4pPr lvl="3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4pPr>
            <a:lvl5pPr lvl="4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5pPr>
            <a:lvl6pPr lvl="5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6pPr>
            <a:lvl7pPr lvl="6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7pPr>
            <a:lvl8pPr lvl="7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8pPr>
            <a:lvl9pPr lvl="8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9829800" y="9534525"/>
            <a:ext cx="32004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indent="0" lvl="0" marL="0" algn="r">
              <a:spcBef>
                <a:spcPts val="0"/>
              </a:spcBef>
              <a:buNone/>
              <a:defRPr sz="1800"/>
            </a:lvl1pPr>
            <a:lvl2pPr indent="0" lvl="1" marL="0" algn="r">
              <a:spcBef>
                <a:spcPts val="0"/>
              </a:spcBef>
              <a:buNone/>
              <a:defRPr sz="1800"/>
            </a:lvl2pPr>
            <a:lvl3pPr indent="0" lvl="2" marL="0" algn="r">
              <a:spcBef>
                <a:spcPts val="0"/>
              </a:spcBef>
              <a:buNone/>
              <a:defRPr sz="1800"/>
            </a:lvl3pPr>
            <a:lvl4pPr indent="0" lvl="3" marL="0" algn="r">
              <a:spcBef>
                <a:spcPts val="0"/>
              </a:spcBef>
              <a:buNone/>
              <a:defRPr sz="1800"/>
            </a:lvl4pPr>
            <a:lvl5pPr indent="0" lvl="4" marL="0" algn="r">
              <a:spcBef>
                <a:spcPts val="0"/>
              </a:spcBef>
              <a:buNone/>
              <a:defRPr sz="1800"/>
            </a:lvl5pPr>
            <a:lvl6pPr indent="0" lvl="5" marL="0" algn="r">
              <a:spcBef>
                <a:spcPts val="0"/>
              </a:spcBef>
              <a:buNone/>
              <a:defRPr sz="1800"/>
            </a:lvl6pPr>
            <a:lvl7pPr indent="0" lvl="6" marL="0" algn="r">
              <a:spcBef>
                <a:spcPts val="0"/>
              </a:spcBef>
              <a:buNone/>
              <a:defRPr sz="1800"/>
            </a:lvl7pPr>
            <a:lvl8pPr indent="0" lvl="7" marL="0" algn="r">
              <a:spcBef>
                <a:spcPts val="0"/>
              </a:spcBef>
              <a:buNone/>
              <a:defRPr sz="1800"/>
            </a:lvl8pPr>
            <a:lvl9pPr indent="0" lvl="8" marL="0" algn="r">
              <a:spcBef>
                <a:spcPts val="0"/>
              </a:spcBef>
              <a:buNone/>
              <a:defRPr sz="18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685800" y="411957"/>
            <a:ext cx="123444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6600"/>
            </a:lvl1pPr>
            <a:lvl2pPr lvl="1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2pPr>
            <a:lvl3pPr lvl="2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3pPr>
            <a:lvl4pPr lvl="3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4pPr>
            <a:lvl5pPr lvl="4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5pPr>
            <a:lvl6pPr lvl="5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6pPr>
            <a:lvl7pPr lvl="6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7pPr>
            <a:lvl8pPr lvl="7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8pPr>
            <a:lvl9pPr lvl="8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685800" y="2400300"/>
            <a:ext cx="6057900" cy="67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rmAutofit/>
          </a:bodyPr>
          <a:lstStyle>
            <a:lvl1pPr indent="-495300" lvl="0" marL="457200" algn="l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Char char="•"/>
              <a:defRPr sz="4200"/>
            </a:lvl1pPr>
            <a:lvl2pPr indent="-457200" lvl="1" marL="9144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–"/>
              <a:defRPr sz="3600"/>
            </a:lvl2pPr>
            <a:lvl3pPr indent="-419100" lvl="2" marL="1371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3pPr>
            <a:lvl4pPr indent="-400050" lvl="3" marL="18288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–"/>
              <a:defRPr sz="2700"/>
            </a:lvl4pPr>
            <a:lvl5pPr indent="-400050" lvl="4" marL="22860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»"/>
              <a:defRPr sz="2700"/>
            </a:lvl5pPr>
            <a:lvl6pPr indent="-400050" lvl="5" marL="27432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6pPr>
            <a:lvl7pPr indent="-400050" lvl="6" marL="32004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7pPr>
            <a:lvl8pPr indent="-400050" lvl="7" marL="36576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8pPr>
            <a:lvl9pPr indent="-400050" lvl="8" marL="41148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6972300" y="2400300"/>
            <a:ext cx="6057900" cy="67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rmAutofit/>
          </a:bodyPr>
          <a:lstStyle>
            <a:lvl1pPr indent="-495300" lvl="0" marL="457200" algn="l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Char char="•"/>
              <a:defRPr sz="4200"/>
            </a:lvl1pPr>
            <a:lvl2pPr indent="-457200" lvl="1" marL="9144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–"/>
              <a:defRPr sz="3600"/>
            </a:lvl2pPr>
            <a:lvl3pPr indent="-419100" lvl="2" marL="1371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3pPr>
            <a:lvl4pPr indent="-400050" lvl="3" marL="18288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–"/>
              <a:defRPr sz="2700"/>
            </a:lvl4pPr>
            <a:lvl5pPr indent="-400050" lvl="4" marL="22860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»"/>
              <a:defRPr sz="2700"/>
            </a:lvl5pPr>
            <a:lvl6pPr indent="-400050" lvl="5" marL="27432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6pPr>
            <a:lvl7pPr indent="-400050" lvl="6" marL="32004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7pPr>
            <a:lvl8pPr indent="-400050" lvl="7" marL="36576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8pPr>
            <a:lvl9pPr indent="-400050" lvl="8" marL="41148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685800" y="9534525"/>
            <a:ext cx="32004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100"/>
              <a:buNone/>
              <a:defRPr sz="1800"/>
            </a:lvl1pPr>
            <a:lvl2pPr lvl="1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2pPr>
            <a:lvl3pPr lvl="2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3pPr>
            <a:lvl4pPr lvl="3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4pPr>
            <a:lvl5pPr lvl="4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5pPr>
            <a:lvl6pPr lvl="5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6pPr>
            <a:lvl7pPr lvl="6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7pPr>
            <a:lvl8pPr lvl="7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8pPr>
            <a:lvl9pPr lvl="8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4686300" y="9534525"/>
            <a:ext cx="43434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1800"/>
            </a:lvl1pPr>
            <a:lvl2pPr lvl="1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2pPr>
            <a:lvl3pPr lvl="2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3pPr>
            <a:lvl4pPr lvl="3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4pPr>
            <a:lvl5pPr lvl="4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5pPr>
            <a:lvl6pPr lvl="5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6pPr>
            <a:lvl7pPr lvl="6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7pPr>
            <a:lvl8pPr lvl="7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8pPr>
            <a:lvl9pPr lvl="8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9829800" y="9534525"/>
            <a:ext cx="32004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indent="0" lvl="0" marL="0" algn="r">
              <a:spcBef>
                <a:spcPts val="0"/>
              </a:spcBef>
              <a:buNone/>
              <a:defRPr sz="1800"/>
            </a:lvl1pPr>
            <a:lvl2pPr indent="0" lvl="1" marL="0" algn="r">
              <a:spcBef>
                <a:spcPts val="0"/>
              </a:spcBef>
              <a:buNone/>
              <a:defRPr sz="1800"/>
            </a:lvl2pPr>
            <a:lvl3pPr indent="0" lvl="2" marL="0" algn="r">
              <a:spcBef>
                <a:spcPts val="0"/>
              </a:spcBef>
              <a:buNone/>
              <a:defRPr sz="1800"/>
            </a:lvl3pPr>
            <a:lvl4pPr indent="0" lvl="3" marL="0" algn="r">
              <a:spcBef>
                <a:spcPts val="0"/>
              </a:spcBef>
              <a:buNone/>
              <a:defRPr sz="1800"/>
            </a:lvl4pPr>
            <a:lvl5pPr indent="0" lvl="4" marL="0" algn="r">
              <a:spcBef>
                <a:spcPts val="0"/>
              </a:spcBef>
              <a:buNone/>
              <a:defRPr sz="1800"/>
            </a:lvl5pPr>
            <a:lvl6pPr indent="0" lvl="5" marL="0" algn="r">
              <a:spcBef>
                <a:spcPts val="0"/>
              </a:spcBef>
              <a:buNone/>
              <a:defRPr sz="1800"/>
            </a:lvl6pPr>
            <a:lvl7pPr indent="0" lvl="6" marL="0" algn="r">
              <a:spcBef>
                <a:spcPts val="0"/>
              </a:spcBef>
              <a:buNone/>
              <a:defRPr sz="1800"/>
            </a:lvl7pPr>
            <a:lvl8pPr indent="0" lvl="7" marL="0" algn="r">
              <a:spcBef>
                <a:spcPts val="0"/>
              </a:spcBef>
              <a:buNone/>
              <a:defRPr sz="1800"/>
            </a:lvl8pPr>
            <a:lvl9pPr indent="0" lvl="8" marL="0" algn="r">
              <a:spcBef>
                <a:spcPts val="0"/>
              </a:spcBef>
              <a:buNone/>
              <a:defRPr sz="18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685800" y="411957"/>
            <a:ext cx="123444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Calibri"/>
              <a:buNone/>
              <a:defRPr sz="6600"/>
            </a:lvl1pPr>
            <a:lvl2pPr lvl="1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2pPr>
            <a:lvl3pPr lvl="2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3pPr>
            <a:lvl4pPr lvl="3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4pPr>
            <a:lvl5pPr lvl="4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5pPr>
            <a:lvl6pPr lvl="5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6pPr>
            <a:lvl7pPr lvl="6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7pPr>
            <a:lvl8pPr lvl="7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8pPr>
            <a:lvl9pPr lvl="8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685800" y="2302670"/>
            <a:ext cx="6060300" cy="9597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50" lIns="137150" spcFirstLastPara="1" rIns="137150" wrap="square" tIns="68550">
            <a:normAutofit/>
          </a:bodyPr>
          <a:lstStyle>
            <a:lvl1pPr indent="-228600" lvl="0" marL="4572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3000"/>
            </a:lvl2pPr>
            <a:lvl3pPr indent="-228600" lvl="2" marL="13716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b="1" sz="2700"/>
            </a:lvl3pPr>
            <a:lvl4pPr indent="-2286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4pPr>
            <a:lvl5pPr indent="-2286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5pPr>
            <a:lvl6pPr indent="-2286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6pPr>
            <a:lvl7pPr indent="-2286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7pPr>
            <a:lvl8pPr indent="-2286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8pPr>
            <a:lvl9pPr indent="-2286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685800" y="3262313"/>
            <a:ext cx="6060300" cy="59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rmAutofit/>
          </a:bodyPr>
          <a:lstStyle>
            <a:lvl1pPr indent="-457200" lvl="0" marL="4572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600"/>
            </a:lvl1pPr>
            <a:lvl2pPr indent="-419100" lvl="1" marL="914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–"/>
              <a:defRPr sz="3000"/>
            </a:lvl2pPr>
            <a:lvl3pPr indent="-400050" lvl="2" marL="13716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6967538" y="2302670"/>
            <a:ext cx="6062700" cy="9597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50" lIns="137150" spcFirstLastPara="1" rIns="137150" wrap="square" tIns="68550">
            <a:normAutofit/>
          </a:bodyPr>
          <a:lstStyle>
            <a:lvl1pPr indent="-228600" lvl="0" marL="4572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3000"/>
            </a:lvl2pPr>
            <a:lvl3pPr indent="-228600" lvl="2" marL="13716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b="1" sz="2700"/>
            </a:lvl3pPr>
            <a:lvl4pPr indent="-2286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4pPr>
            <a:lvl5pPr indent="-2286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5pPr>
            <a:lvl6pPr indent="-2286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6pPr>
            <a:lvl7pPr indent="-2286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7pPr>
            <a:lvl8pPr indent="-2286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8pPr>
            <a:lvl9pPr indent="-2286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6967538" y="3262313"/>
            <a:ext cx="6062700" cy="59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rmAutofit/>
          </a:bodyPr>
          <a:lstStyle>
            <a:lvl1pPr indent="-457200" lvl="0" marL="4572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600"/>
            </a:lvl1pPr>
            <a:lvl2pPr indent="-419100" lvl="1" marL="914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–"/>
              <a:defRPr sz="3000"/>
            </a:lvl2pPr>
            <a:lvl3pPr indent="-400050" lvl="2" marL="13716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685800" y="9534525"/>
            <a:ext cx="32004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100"/>
              <a:buNone/>
              <a:defRPr sz="1800"/>
            </a:lvl1pPr>
            <a:lvl2pPr lvl="1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2pPr>
            <a:lvl3pPr lvl="2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3pPr>
            <a:lvl4pPr lvl="3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4pPr>
            <a:lvl5pPr lvl="4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5pPr>
            <a:lvl6pPr lvl="5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6pPr>
            <a:lvl7pPr lvl="6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7pPr>
            <a:lvl8pPr lvl="7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8pPr>
            <a:lvl9pPr lvl="8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4686300" y="9534525"/>
            <a:ext cx="43434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1800"/>
            </a:lvl1pPr>
            <a:lvl2pPr lvl="1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2pPr>
            <a:lvl3pPr lvl="2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3pPr>
            <a:lvl4pPr lvl="3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4pPr>
            <a:lvl5pPr lvl="4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5pPr>
            <a:lvl6pPr lvl="5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6pPr>
            <a:lvl7pPr lvl="6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7pPr>
            <a:lvl8pPr lvl="7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8pPr>
            <a:lvl9pPr lvl="8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9829800" y="9534525"/>
            <a:ext cx="32004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indent="0" lvl="0" marL="0" algn="r">
              <a:spcBef>
                <a:spcPts val="0"/>
              </a:spcBef>
              <a:buNone/>
              <a:defRPr sz="1800"/>
            </a:lvl1pPr>
            <a:lvl2pPr indent="0" lvl="1" marL="0" algn="r">
              <a:spcBef>
                <a:spcPts val="0"/>
              </a:spcBef>
              <a:buNone/>
              <a:defRPr sz="1800"/>
            </a:lvl2pPr>
            <a:lvl3pPr indent="0" lvl="2" marL="0" algn="r">
              <a:spcBef>
                <a:spcPts val="0"/>
              </a:spcBef>
              <a:buNone/>
              <a:defRPr sz="1800"/>
            </a:lvl3pPr>
            <a:lvl4pPr indent="0" lvl="3" marL="0" algn="r">
              <a:spcBef>
                <a:spcPts val="0"/>
              </a:spcBef>
              <a:buNone/>
              <a:defRPr sz="1800"/>
            </a:lvl4pPr>
            <a:lvl5pPr indent="0" lvl="4" marL="0" algn="r">
              <a:spcBef>
                <a:spcPts val="0"/>
              </a:spcBef>
              <a:buNone/>
              <a:defRPr sz="1800"/>
            </a:lvl5pPr>
            <a:lvl6pPr indent="0" lvl="5" marL="0" algn="r">
              <a:spcBef>
                <a:spcPts val="0"/>
              </a:spcBef>
              <a:buNone/>
              <a:defRPr sz="1800"/>
            </a:lvl6pPr>
            <a:lvl7pPr indent="0" lvl="6" marL="0" algn="r">
              <a:spcBef>
                <a:spcPts val="0"/>
              </a:spcBef>
              <a:buNone/>
              <a:defRPr sz="1800"/>
            </a:lvl7pPr>
            <a:lvl8pPr indent="0" lvl="7" marL="0" algn="r">
              <a:spcBef>
                <a:spcPts val="0"/>
              </a:spcBef>
              <a:buNone/>
              <a:defRPr sz="1800"/>
            </a:lvl8pPr>
            <a:lvl9pPr indent="0" lvl="8" marL="0" algn="r">
              <a:spcBef>
                <a:spcPts val="0"/>
              </a:spcBef>
              <a:buNone/>
              <a:defRPr sz="18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685800" y="411957"/>
            <a:ext cx="123444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6600"/>
            </a:lvl1pPr>
            <a:lvl2pPr lvl="1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2pPr>
            <a:lvl3pPr lvl="2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3pPr>
            <a:lvl4pPr lvl="3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4pPr>
            <a:lvl5pPr lvl="4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5pPr>
            <a:lvl6pPr lvl="5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6pPr>
            <a:lvl7pPr lvl="6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7pPr>
            <a:lvl8pPr lvl="7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8pPr>
            <a:lvl9pPr lvl="8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685800" y="9534525"/>
            <a:ext cx="32004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100"/>
              <a:buNone/>
              <a:defRPr sz="1800"/>
            </a:lvl1pPr>
            <a:lvl2pPr lvl="1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2pPr>
            <a:lvl3pPr lvl="2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3pPr>
            <a:lvl4pPr lvl="3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4pPr>
            <a:lvl5pPr lvl="4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5pPr>
            <a:lvl6pPr lvl="5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6pPr>
            <a:lvl7pPr lvl="6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7pPr>
            <a:lvl8pPr lvl="7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8pPr>
            <a:lvl9pPr lvl="8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686300" y="9534525"/>
            <a:ext cx="43434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1800"/>
            </a:lvl1pPr>
            <a:lvl2pPr lvl="1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2pPr>
            <a:lvl3pPr lvl="2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3pPr>
            <a:lvl4pPr lvl="3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4pPr>
            <a:lvl5pPr lvl="4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5pPr>
            <a:lvl6pPr lvl="5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6pPr>
            <a:lvl7pPr lvl="6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7pPr>
            <a:lvl8pPr lvl="7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8pPr>
            <a:lvl9pPr lvl="8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9829800" y="9534525"/>
            <a:ext cx="32004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indent="0" lvl="0" marL="0" algn="r">
              <a:spcBef>
                <a:spcPts val="0"/>
              </a:spcBef>
              <a:buNone/>
              <a:defRPr sz="1800"/>
            </a:lvl1pPr>
            <a:lvl2pPr indent="0" lvl="1" marL="0" algn="r">
              <a:spcBef>
                <a:spcPts val="0"/>
              </a:spcBef>
              <a:buNone/>
              <a:defRPr sz="1800"/>
            </a:lvl2pPr>
            <a:lvl3pPr indent="0" lvl="2" marL="0" algn="r">
              <a:spcBef>
                <a:spcPts val="0"/>
              </a:spcBef>
              <a:buNone/>
              <a:defRPr sz="1800"/>
            </a:lvl3pPr>
            <a:lvl4pPr indent="0" lvl="3" marL="0" algn="r">
              <a:spcBef>
                <a:spcPts val="0"/>
              </a:spcBef>
              <a:buNone/>
              <a:defRPr sz="1800"/>
            </a:lvl4pPr>
            <a:lvl5pPr indent="0" lvl="4" marL="0" algn="r">
              <a:spcBef>
                <a:spcPts val="0"/>
              </a:spcBef>
              <a:buNone/>
              <a:defRPr sz="1800"/>
            </a:lvl5pPr>
            <a:lvl6pPr indent="0" lvl="5" marL="0" algn="r">
              <a:spcBef>
                <a:spcPts val="0"/>
              </a:spcBef>
              <a:buNone/>
              <a:defRPr sz="1800"/>
            </a:lvl6pPr>
            <a:lvl7pPr indent="0" lvl="6" marL="0" algn="r">
              <a:spcBef>
                <a:spcPts val="0"/>
              </a:spcBef>
              <a:buNone/>
              <a:defRPr sz="1800"/>
            </a:lvl7pPr>
            <a:lvl8pPr indent="0" lvl="7" marL="0" algn="r">
              <a:spcBef>
                <a:spcPts val="0"/>
              </a:spcBef>
              <a:buNone/>
              <a:defRPr sz="1800"/>
            </a:lvl8pPr>
            <a:lvl9pPr indent="0" lvl="8" marL="0" algn="r">
              <a:spcBef>
                <a:spcPts val="0"/>
              </a:spcBef>
              <a:buNone/>
              <a:defRPr sz="18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685800" y="409575"/>
            <a:ext cx="4512600" cy="17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50" lIns="137150" spcFirstLastPara="1" rIns="137150" wrap="square" tIns="685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/>
            </a:lvl1pPr>
            <a:lvl2pPr lvl="1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2pPr>
            <a:lvl3pPr lvl="2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3pPr>
            <a:lvl4pPr lvl="3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4pPr>
            <a:lvl5pPr lvl="4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5pPr>
            <a:lvl6pPr lvl="5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6pPr>
            <a:lvl7pPr lvl="6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7pPr>
            <a:lvl8pPr lvl="7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8pPr>
            <a:lvl9pPr lvl="8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362575" y="409575"/>
            <a:ext cx="7667700" cy="87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rmAutofit/>
          </a:bodyPr>
          <a:lstStyle>
            <a:lvl1pPr indent="-533400" lvl="0" marL="457200" algn="l"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 sz="4800"/>
            </a:lvl1pPr>
            <a:lvl2pPr indent="-495300" lvl="1" marL="914400" algn="l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Char char="–"/>
              <a:defRPr sz="4200"/>
            </a:lvl2pPr>
            <a:lvl3pPr indent="-457200" lvl="2" marL="13716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600"/>
            </a:lvl3pPr>
            <a:lvl4pPr indent="-419100" lvl="3" marL="1828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–"/>
              <a:defRPr sz="3000"/>
            </a:lvl4pPr>
            <a:lvl5pPr indent="-419100" lvl="4" marL="22860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»"/>
              <a:defRPr sz="3000"/>
            </a:lvl5pPr>
            <a:lvl6pPr indent="-419100" lvl="5" marL="27432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6pPr>
            <a:lvl7pPr indent="-419100" lvl="6" marL="3200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7pPr>
            <a:lvl8pPr indent="-419100" lvl="7" marL="3657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8pPr>
            <a:lvl9pPr indent="-419100" lvl="8" marL="4114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685800" y="2152650"/>
            <a:ext cx="4512600" cy="70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rmAutofit/>
          </a:bodyPr>
          <a:lstStyle>
            <a:lvl1pPr indent="-228600" lvl="0" marL="4572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3pPr>
            <a:lvl4pPr indent="-228600" lvl="3" marL="18288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4pPr>
            <a:lvl5pPr indent="-228600" lvl="4" marL="22860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5pPr>
            <a:lvl6pPr indent="-228600" lvl="5" marL="27432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6pPr>
            <a:lvl7pPr indent="-228600" lvl="6" marL="32004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7pPr>
            <a:lvl8pPr indent="-228600" lvl="7" marL="36576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8pPr>
            <a:lvl9pPr indent="-228600" lvl="8" marL="41148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685800" y="9534525"/>
            <a:ext cx="32004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100"/>
              <a:buNone/>
              <a:defRPr sz="1800"/>
            </a:lvl1pPr>
            <a:lvl2pPr lvl="1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2pPr>
            <a:lvl3pPr lvl="2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3pPr>
            <a:lvl4pPr lvl="3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4pPr>
            <a:lvl5pPr lvl="4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5pPr>
            <a:lvl6pPr lvl="5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6pPr>
            <a:lvl7pPr lvl="6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7pPr>
            <a:lvl8pPr lvl="7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8pPr>
            <a:lvl9pPr lvl="8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686300" y="9534525"/>
            <a:ext cx="43434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1800"/>
            </a:lvl1pPr>
            <a:lvl2pPr lvl="1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2pPr>
            <a:lvl3pPr lvl="2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3pPr>
            <a:lvl4pPr lvl="3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4pPr>
            <a:lvl5pPr lvl="4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5pPr>
            <a:lvl6pPr lvl="5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6pPr>
            <a:lvl7pPr lvl="6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7pPr>
            <a:lvl8pPr lvl="7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8pPr>
            <a:lvl9pPr lvl="8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9829800" y="9534525"/>
            <a:ext cx="32004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indent="0" lvl="0" marL="0" algn="r">
              <a:spcBef>
                <a:spcPts val="0"/>
              </a:spcBef>
              <a:buNone/>
              <a:defRPr sz="1800"/>
            </a:lvl1pPr>
            <a:lvl2pPr indent="0" lvl="1" marL="0" algn="r">
              <a:spcBef>
                <a:spcPts val="0"/>
              </a:spcBef>
              <a:buNone/>
              <a:defRPr sz="1800"/>
            </a:lvl2pPr>
            <a:lvl3pPr indent="0" lvl="2" marL="0" algn="r">
              <a:spcBef>
                <a:spcPts val="0"/>
              </a:spcBef>
              <a:buNone/>
              <a:defRPr sz="1800"/>
            </a:lvl3pPr>
            <a:lvl4pPr indent="0" lvl="3" marL="0" algn="r">
              <a:spcBef>
                <a:spcPts val="0"/>
              </a:spcBef>
              <a:buNone/>
              <a:defRPr sz="1800"/>
            </a:lvl4pPr>
            <a:lvl5pPr indent="0" lvl="4" marL="0" algn="r">
              <a:spcBef>
                <a:spcPts val="0"/>
              </a:spcBef>
              <a:buNone/>
              <a:defRPr sz="1800"/>
            </a:lvl5pPr>
            <a:lvl6pPr indent="0" lvl="5" marL="0" algn="r">
              <a:spcBef>
                <a:spcPts val="0"/>
              </a:spcBef>
              <a:buNone/>
              <a:defRPr sz="1800"/>
            </a:lvl6pPr>
            <a:lvl7pPr indent="0" lvl="6" marL="0" algn="r">
              <a:spcBef>
                <a:spcPts val="0"/>
              </a:spcBef>
              <a:buNone/>
              <a:defRPr sz="1800"/>
            </a:lvl7pPr>
            <a:lvl8pPr indent="0" lvl="7" marL="0" algn="r">
              <a:spcBef>
                <a:spcPts val="0"/>
              </a:spcBef>
              <a:buNone/>
              <a:defRPr sz="1800"/>
            </a:lvl8pPr>
            <a:lvl9pPr indent="0" lvl="8" marL="0" algn="r">
              <a:spcBef>
                <a:spcPts val="0"/>
              </a:spcBef>
              <a:buNone/>
              <a:defRPr sz="18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2688432" y="7200900"/>
            <a:ext cx="8229600" cy="8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50" lIns="137150" spcFirstLastPara="1" rIns="137150" wrap="square" tIns="685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/>
            </a:lvl1pPr>
            <a:lvl2pPr lvl="1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2pPr>
            <a:lvl3pPr lvl="2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3pPr>
            <a:lvl4pPr lvl="3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4pPr>
            <a:lvl5pPr lvl="4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5pPr>
            <a:lvl6pPr lvl="5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6pPr>
            <a:lvl7pPr lvl="6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7pPr>
            <a:lvl8pPr lvl="7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8pPr>
            <a:lvl9pPr lvl="8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2688432" y="919163"/>
            <a:ext cx="8229600" cy="61722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2688432" y="8051007"/>
            <a:ext cx="8229600" cy="12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rmAutofit/>
          </a:bodyPr>
          <a:lstStyle>
            <a:lvl1pPr indent="-228600" lvl="0" marL="4572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3pPr>
            <a:lvl4pPr indent="-228600" lvl="3" marL="18288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4pPr>
            <a:lvl5pPr indent="-228600" lvl="4" marL="22860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5pPr>
            <a:lvl6pPr indent="-228600" lvl="5" marL="27432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6pPr>
            <a:lvl7pPr indent="-228600" lvl="6" marL="32004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7pPr>
            <a:lvl8pPr indent="-228600" lvl="7" marL="36576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8pPr>
            <a:lvl9pPr indent="-228600" lvl="8" marL="41148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685800" y="9534525"/>
            <a:ext cx="32004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100"/>
              <a:buNone/>
              <a:defRPr sz="1800"/>
            </a:lvl1pPr>
            <a:lvl2pPr lvl="1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2pPr>
            <a:lvl3pPr lvl="2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3pPr>
            <a:lvl4pPr lvl="3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4pPr>
            <a:lvl5pPr lvl="4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5pPr>
            <a:lvl6pPr lvl="5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6pPr>
            <a:lvl7pPr lvl="6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7pPr>
            <a:lvl8pPr lvl="7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8pPr>
            <a:lvl9pPr lvl="8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686300" y="9534525"/>
            <a:ext cx="43434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1800"/>
            </a:lvl1pPr>
            <a:lvl2pPr lvl="1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2pPr>
            <a:lvl3pPr lvl="2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3pPr>
            <a:lvl4pPr lvl="3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4pPr>
            <a:lvl5pPr lvl="4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5pPr>
            <a:lvl6pPr lvl="5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6pPr>
            <a:lvl7pPr lvl="6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7pPr>
            <a:lvl8pPr lvl="7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8pPr>
            <a:lvl9pPr lvl="8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9829800" y="9534525"/>
            <a:ext cx="32004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indent="0" lvl="0" marL="0" algn="r">
              <a:spcBef>
                <a:spcPts val="0"/>
              </a:spcBef>
              <a:buNone/>
              <a:defRPr sz="1800"/>
            </a:lvl1pPr>
            <a:lvl2pPr indent="0" lvl="1" marL="0" algn="r">
              <a:spcBef>
                <a:spcPts val="0"/>
              </a:spcBef>
              <a:buNone/>
              <a:defRPr sz="1800"/>
            </a:lvl2pPr>
            <a:lvl3pPr indent="0" lvl="2" marL="0" algn="r">
              <a:spcBef>
                <a:spcPts val="0"/>
              </a:spcBef>
              <a:buNone/>
              <a:defRPr sz="1800"/>
            </a:lvl3pPr>
            <a:lvl4pPr indent="0" lvl="3" marL="0" algn="r">
              <a:spcBef>
                <a:spcPts val="0"/>
              </a:spcBef>
              <a:buNone/>
              <a:defRPr sz="1800"/>
            </a:lvl4pPr>
            <a:lvl5pPr indent="0" lvl="4" marL="0" algn="r">
              <a:spcBef>
                <a:spcPts val="0"/>
              </a:spcBef>
              <a:buNone/>
              <a:defRPr sz="1800"/>
            </a:lvl5pPr>
            <a:lvl6pPr indent="0" lvl="5" marL="0" algn="r">
              <a:spcBef>
                <a:spcPts val="0"/>
              </a:spcBef>
              <a:buNone/>
              <a:defRPr sz="1800"/>
            </a:lvl6pPr>
            <a:lvl7pPr indent="0" lvl="6" marL="0" algn="r">
              <a:spcBef>
                <a:spcPts val="0"/>
              </a:spcBef>
              <a:buNone/>
              <a:defRPr sz="1800"/>
            </a:lvl7pPr>
            <a:lvl8pPr indent="0" lvl="7" marL="0" algn="r">
              <a:spcBef>
                <a:spcPts val="0"/>
              </a:spcBef>
              <a:buNone/>
              <a:defRPr sz="1800"/>
            </a:lvl8pPr>
            <a:lvl9pPr indent="0" lvl="8" marL="0" algn="r">
              <a:spcBef>
                <a:spcPts val="0"/>
              </a:spcBef>
              <a:buNone/>
              <a:defRPr sz="18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685800" y="411957"/>
            <a:ext cx="123444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6600"/>
            </a:lvl1pPr>
            <a:lvl2pPr lvl="1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2pPr>
            <a:lvl3pPr lvl="2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3pPr>
            <a:lvl4pPr lvl="3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4pPr>
            <a:lvl5pPr lvl="4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5pPr>
            <a:lvl6pPr lvl="5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6pPr>
            <a:lvl7pPr lvl="6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7pPr>
            <a:lvl8pPr lvl="7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8pPr>
            <a:lvl9pPr lvl="8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463500" y="-377400"/>
            <a:ext cx="6789000" cy="12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rmAutofit/>
          </a:bodyPr>
          <a:lstStyle>
            <a:lvl1pPr indent="-400050" lvl="0" marL="4572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4800"/>
            </a:lvl1pPr>
            <a:lvl2pPr indent="-400050" lvl="1" marL="9144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–"/>
              <a:defRPr sz="4200"/>
            </a:lvl2pPr>
            <a:lvl3pPr indent="-400050" lvl="2" marL="13716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3600"/>
            </a:lvl3pPr>
            <a:lvl4pPr indent="-400050" lvl="3" marL="18288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–"/>
              <a:defRPr sz="3000"/>
            </a:lvl4pPr>
            <a:lvl5pPr indent="-400050" lvl="4" marL="22860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»"/>
              <a:defRPr sz="3000"/>
            </a:lvl5pPr>
            <a:lvl6pPr indent="-400050" lvl="5" marL="27432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3000"/>
            </a:lvl6pPr>
            <a:lvl7pPr indent="-400050" lvl="6" marL="32004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3000"/>
            </a:lvl7pPr>
            <a:lvl8pPr indent="-400050" lvl="7" marL="36576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3000"/>
            </a:lvl8pPr>
            <a:lvl9pPr indent="-400050" lvl="8" marL="41148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3000"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685800" y="9534525"/>
            <a:ext cx="32004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100"/>
              <a:buNone/>
              <a:defRPr sz="1800"/>
            </a:lvl1pPr>
            <a:lvl2pPr lvl="1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2pPr>
            <a:lvl3pPr lvl="2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3pPr>
            <a:lvl4pPr lvl="3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4pPr>
            <a:lvl5pPr lvl="4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5pPr>
            <a:lvl6pPr lvl="5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6pPr>
            <a:lvl7pPr lvl="6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7pPr>
            <a:lvl8pPr lvl="7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8pPr>
            <a:lvl9pPr lvl="8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686300" y="9534525"/>
            <a:ext cx="43434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1800"/>
            </a:lvl1pPr>
            <a:lvl2pPr lvl="1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2pPr>
            <a:lvl3pPr lvl="2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3pPr>
            <a:lvl4pPr lvl="3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4pPr>
            <a:lvl5pPr lvl="4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5pPr>
            <a:lvl6pPr lvl="5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6pPr>
            <a:lvl7pPr lvl="6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7pPr>
            <a:lvl8pPr lvl="7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8pPr>
            <a:lvl9pPr lvl="8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9829800" y="9534525"/>
            <a:ext cx="32004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indent="0" lvl="0" marL="0" algn="r">
              <a:spcBef>
                <a:spcPts val="0"/>
              </a:spcBef>
              <a:buNone/>
              <a:defRPr sz="1800"/>
            </a:lvl1pPr>
            <a:lvl2pPr indent="0" lvl="1" marL="0" algn="r">
              <a:spcBef>
                <a:spcPts val="0"/>
              </a:spcBef>
              <a:buNone/>
              <a:defRPr sz="1800"/>
            </a:lvl2pPr>
            <a:lvl3pPr indent="0" lvl="2" marL="0" algn="r">
              <a:spcBef>
                <a:spcPts val="0"/>
              </a:spcBef>
              <a:buNone/>
              <a:defRPr sz="1800"/>
            </a:lvl3pPr>
            <a:lvl4pPr indent="0" lvl="3" marL="0" algn="r">
              <a:spcBef>
                <a:spcPts val="0"/>
              </a:spcBef>
              <a:buNone/>
              <a:defRPr sz="1800"/>
            </a:lvl4pPr>
            <a:lvl5pPr indent="0" lvl="4" marL="0" algn="r">
              <a:spcBef>
                <a:spcPts val="0"/>
              </a:spcBef>
              <a:buNone/>
              <a:defRPr sz="1800"/>
            </a:lvl5pPr>
            <a:lvl6pPr indent="0" lvl="5" marL="0" algn="r">
              <a:spcBef>
                <a:spcPts val="0"/>
              </a:spcBef>
              <a:buNone/>
              <a:defRPr sz="1800"/>
            </a:lvl6pPr>
            <a:lvl7pPr indent="0" lvl="6" marL="0" algn="r">
              <a:spcBef>
                <a:spcPts val="0"/>
              </a:spcBef>
              <a:buNone/>
              <a:defRPr sz="1800"/>
            </a:lvl7pPr>
            <a:lvl8pPr indent="0" lvl="7" marL="0" algn="r">
              <a:spcBef>
                <a:spcPts val="0"/>
              </a:spcBef>
              <a:buNone/>
              <a:defRPr sz="1800"/>
            </a:lvl8pPr>
            <a:lvl9pPr indent="0" lvl="8" marL="0" algn="r">
              <a:spcBef>
                <a:spcPts val="0"/>
              </a:spcBef>
              <a:buNone/>
              <a:defRPr sz="18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098450" y="3257607"/>
            <a:ext cx="8777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6600"/>
            </a:lvl1pPr>
            <a:lvl2pPr lvl="1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2pPr>
            <a:lvl3pPr lvl="2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3pPr>
            <a:lvl4pPr lvl="3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4pPr>
            <a:lvl5pPr lvl="4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5pPr>
            <a:lvl6pPr lvl="5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6pPr>
            <a:lvl7pPr lvl="6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7pPr>
            <a:lvl8pPr lvl="7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8pPr>
            <a:lvl9pPr lvl="8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811950" y="285807"/>
            <a:ext cx="8777400" cy="90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rmAutofit/>
          </a:bodyPr>
          <a:lstStyle>
            <a:lvl1pPr indent="-400050" lvl="0" marL="4572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4800"/>
            </a:lvl1pPr>
            <a:lvl2pPr indent="-400050" lvl="1" marL="9144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–"/>
              <a:defRPr sz="4200"/>
            </a:lvl2pPr>
            <a:lvl3pPr indent="-400050" lvl="2" marL="13716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3600"/>
            </a:lvl3pPr>
            <a:lvl4pPr indent="-400050" lvl="3" marL="18288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–"/>
              <a:defRPr sz="3000"/>
            </a:lvl4pPr>
            <a:lvl5pPr indent="-400050" lvl="4" marL="22860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»"/>
              <a:defRPr sz="3000"/>
            </a:lvl5pPr>
            <a:lvl6pPr indent="-400050" lvl="5" marL="27432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3000"/>
            </a:lvl6pPr>
            <a:lvl7pPr indent="-400050" lvl="6" marL="32004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3000"/>
            </a:lvl7pPr>
            <a:lvl8pPr indent="-400050" lvl="7" marL="36576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3000"/>
            </a:lvl8pPr>
            <a:lvl9pPr indent="-400050" lvl="8" marL="41148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3000"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685800" y="9534525"/>
            <a:ext cx="32004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100"/>
              <a:buNone/>
              <a:defRPr sz="1800"/>
            </a:lvl1pPr>
            <a:lvl2pPr lvl="1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2pPr>
            <a:lvl3pPr lvl="2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3pPr>
            <a:lvl4pPr lvl="3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4pPr>
            <a:lvl5pPr lvl="4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5pPr>
            <a:lvl6pPr lvl="5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6pPr>
            <a:lvl7pPr lvl="6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7pPr>
            <a:lvl8pPr lvl="7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8pPr>
            <a:lvl9pPr lvl="8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686300" y="9534525"/>
            <a:ext cx="43434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1800"/>
            </a:lvl1pPr>
            <a:lvl2pPr lvl="1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2pPr>
            <a:lvl3pPr lvl="2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3pPr>
            <a:lvl4pPr lvl="3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4pPr>
            <a:lvl5pPr lvl="4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5pPr>
            <a:lvl6pPr lvl="5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6pPr>
            <a:lvl7pPr lvl="6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7pPr>
            <a:lvl8pPr lvl="7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8pPr>
            <a:lvl9pPr lvl="8" algn="l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9829800" y="9534525"/>
            <a:ext cx="32004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indent="0" lvl="0" marL="0" algn="r">
              <a:spcBef>
                <a:spcPts val="0"/>
              </a:spcBef>
              <a:buNone/>
              <a:defRPr sz="1800"/>
            </a:lvl1pPr>
            <a:lvl2pPr indent="0" lvl="1" marL="0" algn="r">
              <a:spcBef>
                <a:spcPts val="0"/>
              </a:spcBef>
              <a:buNone/>
              <a:defRPr sz="1800"/>
            </a:lvl2pPr>
            <a:lvl3pPr indent="0" lvl="2" marL="0" algn="r">
              <a:spcBef>
                <a:spcPts val="0"/>
              </a:spcBef>
              <a:buNone/>
              <a:defRPr sz="1800"/>
            </a:lvl3pPr>
            <a:lvl4pPr indent="0" lvl="3" marL="0" algn="r">
              <a:spcBef>
                <a:spcPts val="0"/>
              </a:spcBef>
              <a:buNone/>
              <a:defRPr sz="1800"/>
            </a:lvl4pPr>
            <a:lvl5pPr indent="0" lvl="4" marL="0" algn="r">
              <a:spcBef>
                <a:spcPts val="0"/>
              </a:spcBef>
              <a:buNone/>
              <a:defRPr sz="1800"/>
            </a:lvl5pPr>
            <a:lvl6pPr indent="0" lvl="5" marL="0" algn="r">
              <a:spcBef>
                <a:spcPts val="0"/>
              </a:spcBef>
              <a:buNone/>
              <a:defRPr sz="1800"/>
            </a:lvl6pPr>
            <a:lvl7pPr indent="0" lvl="6" marL="0" algn="r">
              <a:spcBef>
                <a:spcPts val="0"/>
              </a:spcBef>
              <a:buNone/>
              <a:defRPr sz="1800"/>
            </a:lvl7pPr>
            <a:lvl8pPr indent="0" lvl="7" marL="0" algn="r">
              <a:spcBef>
                <a:spcPts val="0"/>
              </a:spcBef>
              <a:buNone/>
              <a:defRPr sz="1800"/>
            </a:lvl8pPr>
            <a:lvl9pPr indent="0" lvl="8" marL="0" algn="r">
              <a:spcBef>
                <a:spcPts val="0"/>
              </a:spcBef>
              <a:buNone/>
              <a:defRPr sz="18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85800" y="411957"/>
            <a:ext cx="123444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Calibri"/>
              <a:buNone/>
              <a:defRPr b="0" i="0" sz="6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2pPr>
            <a:lvl3pPr lvl="2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3pPr>
            <a:lvl4pPr lvl="3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4pPr>
            <a:lvl5pPr lvl="4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5pPr>
            <a:lvl6pPr lvl="5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6pPr>
            <a:lvl7pPr lvl="6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7pPr>
            <a:lvl8pPr lvl="7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8pPr>
            <a:lvl9pPr lvl="8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85800" y="2400300"/>
            <a:ext cx="12344400" cy="67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rmAutofit/>
          </a:bodyPr>
          <a:lstStyle>
            <a:lvl1pPr indent="-533400" lvl="0" marL="457200" marR="0" rtl="0" algn="l"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Char char="•"/>
              <a:defRPr b="0" i="0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95300" lvl="1" marL="914400" marR="0" rtl="0" algn="l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Char char="–"/>
              <a:defRPr b="0" i="0" sz="4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57200" lvl="2" marL="1371600" marR="0" rtl="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19100" lvl="3" marL="18288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–"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19100" lvl="4" marL="22860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»"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19100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19100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19100" lvl="7" marL="36576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19100" lvl="8" marL="41148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685800" y="9534525"/>
            <a:ext cx="32004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686300" y="9534525"/>
            <a:ext cx="43434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2100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9829800" y="9534525"/>
            <a:ext cx="32004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5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6.png"/><Relationship Id="rId9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2.png"/><Relationship Id="rId7" Type="http://schemas.openxmlformats.org/officeDocument/2006/relationships/image" Target="../media/image5.png"/><Relationship Id="rId8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7.png"/><Relationship Id="rId5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12.png"/><Relationship Id="rId5" Type="http://schemas.openxmlformats.org/officeDocument/2006/relationships/image" Target="../media/image17.png"/><Relationship Id="rId6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23.png"/><Relationship Id="rId5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Relationship Id="rId4" Type="http://schemas.openxmlformats.org/officeDocument/2006/relationships/image" Target="../media/image9.png"/><Relationship Id="rId5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4.png"/><Relationship Id="rId4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Relationship Id="rId4" Type="http://schemas.openxmlformats.org/officeDocument/2006/relationships/hyperlink" Target="https://api.whatsapp.com/send?phone=5511994485006" TargetMode="External"/><Relationship Id="rId11" Type="http://schemas.openxmlformats.org/officeDocument/2006/relationships/image" Target="../media/image20.png"/><Relationship Id="rId10" Type="http://schemas.openxmlformats.org/officeDocument/2006/relationships/image" Target="../media/image19.png"/><Relationship Id="rId9" Type="http://schemas.openxmlformats.org/officeDocument/2006/relationships/image" Target="../media/image21.png"/><Relationship Id="rId5" Type="http://schemas.openxmlformats.org/officeDocument/2006/relationships/hyperlink" Target="https://dealwise.com.br/" TargetMode="External"/><Relationship Id="rId6" Type="http://schemas.openxmlformats.org/officeDocument/2006/relationships/hyperlink" Target="https://www.linkedin.com/company/dealwiseaceleradora/" TargetMode="External"/><Relationship Id="rId7" Type="http://schemas.openxmlformats.org/officeDocument/2006/relationships/image" Target="../media/image18.png"/><Relationship Id="rId8" Type="http://schemas.openxmlformats.org/officeDocument/2006/relationships/hyperlink" Target="https://www.instagram.com/dealwise.aceleradora/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2886750" y="3874350"/>
            <a:ext cx="12514500" cy="25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75" lIns="274275" spcFirstLastPara="1" rIns="274275" wrap="square" tIns="27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0"/>
              <a:buFont typeface="Arial"/>
              <a:buNone/>
            </a:pPr>
            <a:r>
              <a:rPr lang="en-US" sz="7000">
                <a:solidFill>
                  <a:srgbClr val="F8FAFC"/>
                </a:solidFill>
                <a:latin typeface="Roboto ExtraLight"/>
                <a:ea typeface="Roboto ExtraLight"/>
                <a:cs typeface="Roboto ExtraLight"/>
                <a:sym typeface="Roboto ExtraLight"/>
              </a:rPr>
              <a:t>Relatório de conclusão</a:t>
            </a:r>
            <a:endParaRPr sz="7000">
              <a:solidFill>
                <a:srgbClr val="F8FAFC"/>
              </a:solidFill>
              <a:latin typeface="Roboto ExtraLight"/>
              <a:ea typeface="Roboto ExtraLight"/>
              <a:cs typeface="Roboto ExtraLight"/>
              <a:sym typeface="Roboto ExtraLight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0"/>
              <a:buFont typeface="Arial"/>
              <a:buNone/>
            </a:pPr>
            <a:r>
              <a:rPr lang="en-US" sz="9000">
                <a:solidFill>
                  <a:srgbClr val="F8FAFC"/>
                </a:solidFill>
                <a:latin typeface="Roboto Black"/>
                <a:ea typeface="Roboto Black"/>
                <a:cs typeface="Roboto Black"/>
                <a:sym typeface="Roboto Black"/>
              </a:rPr>
              <a:t>As Is + Discovery</a:t>
            </a:r>
            <a:endParaRPr sz="9000">
              <a:solidFill>
                <a:srgbClr val="F8FAFC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pic>
        <p:nvPicPr>
          <p:cNvPr id="85" name="Google Shape;85;p13" title="[DEALWISE] Logotipo_Horizontal 03.png"/>
          <p:cNvPicPr preferRelativeResize="0"/>
          <p:nvPr/>
        </p:nvPicPr>
        <p:blipFill rotWithShape="1">
          <a:blip r:embed="rId4">
            <a:alphaModFix/>
          </a:blip>
          <a:srcRect b="0" l="1296" r="1296" t="0"/>
          <a:stretch/>
        </p:blipFill>
        <p:spPr>
          <a:xfrm>
            <a:off x="8170262" y="1167450"/>
            <a:ext cx="1947474" cy="36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/>
        </p:nvSpPr>
        <p:spPr>
          <a:xfrm>
            <a:off x="1100850" y="1094650"/>
            <a:ext cx="16086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F8FAFC"/>
                </a:solidFill>
                <a:latin typeface="Roboto"/>
                <a:ea typeface="Roboto"/>
                <a:cs typeface="Roboto"/>
                <a:sym typeface="Roboto"/>
              </a:rPr>
              <a:t>Introdução</a:t>
            </a:r>
            <a:endParaRPr sz="6000">
              <a:solidFill>
                <a:srgbClr val="F8FAF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" name="Google Shape;91;p14"/>
          <p:cNvSpPr/>
          <p:nvPr/>
        </p:nvSpPr>
        <p:spPr>
          <a:xfrm>
            <a:off x="1100850" y="3595925"/>
            <a:ext cx="7115100" cy="4401900"/>
          </a:xfrm>
          <a:prstGeom prst="roundRect">
            <a:avLst>
              <a:gd fmla="val 16667" name="adj"/>
            </a:avLst>
          </a:prstGeom>
          <a:solidFill>
            <a:srgbClr val="848FEC">
              <a:alpha val="132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4"/>
          <p:cNvSpPr txBox="1"/>
          <p:nvPr/>
        </p:nvSpPr>
        <p:spPr>
          <a:xfrm>
            <a:off x="1494744" y="4057100"/>
            <a:ext cx="664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Objetivo</a:t>
            </a:r>
            <a:endParaRPr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1494750" y="4396325"/>
            <a:ext cx="6079200" cy="26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F8FAFC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8FAFC"/>
                </a:solidFill>
                <a:latin typeface="Roboto"/>
                <a:ea typeface="Roboto"/>
                <a:cs typeface="Roboto"/>
                <a:sym typeface="Roboto"/>
              </a:rPr>
              <a:t>Transformar a operação comercial, que hoje é informal e dependente dos sócios, em um modelo previsível e escalável. Isso inclui a criação de um playbook comercial, funil de vendas claro, metas/KPIs e a implementação de uma ferramenta de CRM</a:t>
            </a:r>
            <a:endParaRPr sz="2200">
              <a:solidFill>
                <a:srgbClr val="F8FAF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" name="Google Shape;94;p14"/>
          <p:cNvSpPr/>
          <p:nvPr/>
        </p:nvSpPr>
        <p:spPr>
          <a:xfrm>
            <a:off x="10072050" y="3595925"/>
            <a:ext cx="7115100" cy="4401900"/>
          </a:xfrm>
          <a:prstGeom prst="roundRect">
            <a:avLst>
              <a:gd fmla="val 16667" name="adj"/>
            </a:avLst>
          </a:prstGeom>
          <a:solidFill>
            <a:srgbClr val="848FEC">
              <a:alpha val="132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10465950" y="4919975"/>
            <a:ext cx="6079200" cy="3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8FAFC"/>
                </a:solidFill>
                <a:latin typeface="Roboto"/>
                <a:ea typeface="Roboto"/>
                <a:cs typeface="Roboto"/>
                <a:sym typeface="Roboto"/>
              </a:rPr>
              <a:t>O crescimento travado pela dependência do networking dos fundadores.</a:t>
            </a:r>
            <a:endParaRPr sz="2200">
              <a:solidFill>
                <a:srgbClr val="F8FAFC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8FAFC"/>
                </a:solidFill>
                <a:latin typeface="Roboto"/>
                <a:ea typeface="Roboto"/>
                <a:cs typeface="Roboto"/>
                <a:sym typeface="Roboto"/>
              </a:rPr>
              <a:t>Vendas inconstantes, pois os sócios acumulam funções com a operação e finanças.</a:t>
            </a:r>
            <a:endParaRPr sz="2200">
              <a:solidFill>
                <a:srgbClr val="F8FAFC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8FAFC"/>
                </a:solidFill>
                <a:latin typeface="Roboto"/>
                <a:ea typeface="Roboto"/>
                <a:cs typeface="Roboto"/>
                <a:sym typeface="Roboto"/>
              </a:rPr>
              <a:t>A falta de canais de aquisição previsíveis.</a:t>
            </a:r>
            <a:endParaRPr sz="2200">
              <a:solidFill>
                <a:srgbClr val="F8FAFC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8FAFC"/>
                </a:solidFill>
                <a:latin typeface="Roboto"/>
                <a:ea typeface="Roboto"/>
                <a:cs typeface="Roboto"/>
                <a:sym typeface="Roboto"/>
              </a:rPr>
              <a:t>Ausência de metas de vendas, indicadores e processos formais.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F8FAF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10465944" y="4057100"/>
            <a:ext cx="664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Diagnóstico</a:t>
            </a:r>
            <a:endParaRPr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7" name="Google Shape;97;p14" title="[DEALWISE] Logotipo_Horizontal 03.png"/>
          <p:cNvPicPr preferRelativeResize="0"/>
          <p:nvPr/>
        </p:nvPicPr>
        <p:blipFill rotWithShape="1">
          <a:blip r:embed="rId4">
            <a:alphaModFix/>
          </a:blip>
          <a:srcRect b="0" l="0" r="79476" t="10"/>
          <a:stretch/>
        </p:blipFill>
        <p:spPr>
          <a:xfrm>
            <a:off x="17094050" y="9204550"/>
            <a:ext cx="438252" cy="392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/>
          <p:nvPr/>
        </p:nvSpPr>
        <p:spPr>
          <a:xfrm>
            <a:off x="4184938" y="3342409"/>
            <a:ext cx="3174900" cy="46758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0F172A">
                  <a:alpha val="26667"/>
                  <a:alpha val="30120"/>
                </a:srgbClr>
              </a:gs>
              <a:gs pos="85000">
                <a:srgbClr val="575FA6">
                  <a:alpha val="30120"/>
                </a:srgbClr>
              </a:gs>
              <a:gs pos="100000">
                <a:srgbClr val="848FEC">
                  <a:alpha val="30120"/>
                </a:srgbClr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5"/>
          <p:cNvSpPr/>
          <p:nvPr/>
        </p:nvSpPr>
        <p:spPr>
          <a:xfrm>
            <a:off x="7556788" y="3342409"/>
            <a:ext cx="3174900" cy="46758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0F172A">
                  <a:alpha val="26667"/>
                  <a:alpha val="30120"/>
                </a:srgbClr>
              </a:gs>
              <a:gs pos="85000">
                <a:srgbClr val="575FA6">
                  <a:alpha val="30120"/>
                </a:srgbClr>
              </a:gs>
              <a:gs pos="100000">
                <a:srgbClr val="848FEC">
                  <a:alpha val="30120"/>
                </a:srgbClr>
              </a:gs>
            </a:gsLst>
            <a:lin ang="18900044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5"/>
          <p:cNvSpPr/>
          <p:nvPr/>
        </p:nvSpPr>
        <p:spPr>
          <a:xfrm>
            <a:off x="10928638" y="3342409"/>
            <a:ext cx="3174900" cy="46758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0F172A">
                  <a:alpha val="26667"/>
                  <a:alpha val="30120"/>
                </a:srgbClr>
              </a:gs>
              <a:gs pos="85000">
                <a:srgbClr val="575FA6">
                  <a:alpha val="30120"/>
                </a:srgbClr>
              </a:gs>
              <a:gs pos="100000">
                <a:srgbClr val="848FEC">
                  <a:alpha val="30120"/>
                </a:srgbClr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5"/>
          <p:cNvSpPr/>
          <p:nvPr/>
        </p:nvSpPr>
        <p:spPr>
          <a:xfrm>
            <a:off x="14300488" y="3342409"/>
            <a:ext cx="3174900" cy="46758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0F172A">
                  <a:alpha val="26667"/>
                  <a:alpha val="30120"/>
                </a:srgbClr>
              </a:gs>
              <a:gs pos="76000">
                <a:srgbClr val="575FA6">
                  <a:alpha val="30120"/>
                </a:srgbClr>
              </a:gs>
              <a:gs pos="100000">
                <a:srgbClr val="848FEC">
                  <a:alpha val="30120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5"/>
          <p:cNvSpPr/>
          <p:nvPr/>
        </p:nvSpPr>
        <p:spPr>
          <a:xfrm>
            <a:off x="812613" y="3342409"/>
            <a:ext cx="3174900" cy="46758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0F172A">
                  <a:alpha val="26667"/>
                  <a:alpha val="30120"/>
                </a:srgbClr>
              </a:gs>
              <a:gs pos="85000">
                <a:srgbClr val="575FA6">
                  <a:alpha val="30120"/>
                </a:srgbClr>
              </a:gs>
              <a:gs pos="100000">
                <a:srgbClr val="848FEC">
                  <a:alpha val="30120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5"/>
          <p:cNvSpPr txBox="1"/>
          <p:nvPr/>
        </p:nvSpPr>
        <p:spPr>
          <a:xfrm>
            <a:off x="1155375" y="4763437"/>
            <a:ext cx="2490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1. Discovery</a:t>
            </a:r>
            <a:endParaRPr sz="2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" name="Google Shape;108;p15"/>
          <p:cNvSpPr txBox="1"/>
          <p:nvPr/>
        </p:nvSpPr>
        <p:spPr>
          <a:xfrm>
            <a:off x="1155375" y="5418326"/>
            <a:ext cx="23718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200" u="none" cap="none" strike="noStrik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Posicionamento, diferenciais competitivos e benchmarking de mercado.</a:t>
            </a:r>
            <a:endParaRPr sz="22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09" name="Google Shape;109;p15"/>
          <p:cNvSpPr txBox="1"/>
          <p:nvPr/>
        </p:nvSpPr>
        <p:spPr>
          <a:xfrm>
            <a:off x="4527225" y="4763437"/>
            <a:ext cx="2490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2. As Is &amp; To Be</a:t>
            </a:r>
            <a:endParaRPr sz="2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" name="Google Shape;110;p15"/>
          <p:cNvSpPr txBox="1"/>
          <p:nvPr/>
        </p:nvSpPr>
        <p:spPr>
          <a:xfrm>
            <a:off x="4527225" y="5418326"/>
            <a:ext cx="23718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200" u="none" cap="none" strike="noStrik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Levantamento de processos atuais e visão do processo ideal.</a:t>
            </a:r>
            <a:endParaRPr sz="22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7899075" y="4763437"/>
            <a:ext cx="2490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3. Aquisição</a:t>
            </a:r>
            <a:endParaRPr sz="2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7899075" y="5418326"/>
            <a:ext cx="23718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200" u="none" cap="none" strike="noStrik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Avaliação da eficácia das estratégias de entrada de clientes.</a:t>
            </a:r>
            <a:endParaRPr sz="22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11270925" y="4763437"/>
            <a:ext cx="2490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4. Equipe</a:t>
            </a:r>
            <a:endParaRPr sz="2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11270925" y="5418326"/>
            <a:ext cx="23718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200" u="none" cap="none" strike="noStrik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Perfil, competências e assertividade de cargos/funções.</a:t>
            </a:r>
            <a:endParaRPr sz="22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14642775" y="4763437"/>
            <a:ext cx="2490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5. Tecnologia</a:t>
            </a:r>
            <a:endParaRPr sz="2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14642775" y="5418326"/>
            <a:ext cx="23718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200" u="none" cap="none" strike="noStrik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Revisão de ferramentas, automação e gestão de dados.</a:t>
            </a:r>
            <a:endParaRPr sz="22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descr="image.png" id="117" name="Google Shape;11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5375" y="371496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27225" y="371496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99075" y="371496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270925" y="3714968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4642775" y="371496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1100850" y="1094650"/>
            <a:ext cx="16086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F8FAFC"/>
                </a:solidFill>
                <a:latin typeface="Roboto"/>
                <a:ea typeface="Roboto"/>
                <a:cs typeface="Roboto"/>
                <a:sym typeface="Roboto"/>
              </a:rPr>
              <a:t>Pilares do Assessment</a:t>
            </a:r>
            <a:endParaRPr sz="6000">
              <a:solidFill>
                <a:srgbClr val="F8FAF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3" name="Google Shape;123;p15" title="[DEALWISE] Logotipo_Horizontal 03.png"/>
          <p:cNvPicPr preferRelativeResize="0"/>
          <p:nvPr/>
        </p:nvPicPr>
        <p:blipFill rotWithShape="1">
          <a:blip r:embed="rId9">
            <a:alphaModFix/>
          </a:blip>
          <a:srcRect b="0" l="0" r="79476" t="10"/>
          <a:stretch/>
        </p:blipFill>
        <p:spPr>
          <a:xfrm>
            <a:off x="17094050" y="9204550"/>
            <a:ext cx="438252" cy="392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 title="Círculo-organograma.png"/>
          <p:cNvPicPr preferRelativeResize="0"/>
          <p:nvPr/>
        </p:nvPicPr>
        <p:blipFill rotWithShape="1">
          <a:blip r:embed="rId4">
            <a:alphaModFix amt="46000"/>
          </a:blip>
          <a:srcRect b="0" l="0" r="11972" t="4653"/>
          <a:stretch/>
        </p:blipFill>
        <p:spPr>
          <a:xfrm>
            <a:off x="8724150" y="0"/>
            <a:ext cx="9563849" cy="9807926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1100850" y="1094650"/>
            <a:ext cx="160863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F8FAFC"/>
                </a:solidFill>
                <a:latin typeface="Roboto"/>
                <a:ea typeface="Roboto"/>
                <a:cs typeface="Roboto"/>
                <a:sym typeface="Roboto"/>
              </a:rPr>
              <a:t>Estratégias Comerciais</a:t>
            </a:r>
            <a:endParaRPr b="1" sz="6000">
              <a:solidFill>
                <a:srgbClr val="F8FAFC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4000">
                <a:solidFill>
                  <a:srgbClr val="848FEC"/>
                </a:solidFill>
                <a:latin typeface="Roboto Light"/>
                <a:ea typeface="Roboto Light"/>
                <a:cs typeface="Roboto Light"/>
                <a:sym typeface="Roboto Light"/>
              </a:rPr>
              <a:t>Mandala de Aquisições</a:t>
            </a:r>
            <a:endParaRPr i="1" sz="4000">
              <a:solidFill>
                <a:srgbClr val="848FEC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30" name="Google Shape;130;p16"/>
          <p:cNvSpPr txBox="1"/>
          <p:nvPr/>
        </p:nvSpPr>
        <p:spPr>
          <a:xfrm>
            <a:off x="1100850" y="3610734"/>
            <a:ext cx="7623300" cy="11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8FAFC"/>
                </a:solidFill>
                <a:latin typeface="Roboto"/>
                <a:ea typeface="Roboto"/>
                <a:cs typeface="Roboto"/>
                <a:sym typeface="Roboto"/>
              </a:rPr>
              <a:t>A definição e execução de estratégias comerciais são determinantes para o crescimento previsível e sustentável de qualquer operação B2B de alta complexidade.</a:t>
            </a:r>
            <a:endParaRPr sz="2200">
              <a:solidFill>
                <a:srgbClr val="F8FAF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" name="Google Shape;131;p16"/>
          <p:cNvSpPr txBox="1"/>
          <p:nvPr/>
        </p:nvSpPr>
        <p:spPr>
          <a:xfrm>
            <a:off x="1100850" y="5143498"/>
            <a:ext cx="7623300" cy="30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8FAFC"/>
                </a:solidFill>
                <a:latin typeface="Roboto"/>
                <a:ea typeface="Roboto"/>
                <a:cs typeface="Roboto"/>
                <a:sym typeface="Roboto"/>
              </a:rPr>
              <a:t> Mandala de Aquisições traz uma visão integrada dos principais pilares que sustentam uma abordagem comercial moderna. </a:t>
            </a:r>
            <a:r>
              <a:rPr lang="en-US" sz="2200">
                <a:solidFill>
                  <a:srgbClr val="F8FAFC"/>
                </a:solidFill>
                <a:latin typeface="Roboto"/>
                <a:ea typeface="Roboto"/>
                <a:cs typeface="Roboto"/>
                <a:sym typeface="Roboto"/>
              </a:rPr>
              <a:t>No caso da Higia, a análise criteriosa dos materiais, transcrições de reuniões e documentos institucionais permitiu mapear como cada eixo da mandala tem sido explorado na prática, bem como os principais impactos decorrentes da ausência de processos estruturados e rotinas formalizadas. </a:t>
            </a:r>
            <a:endParaRPr sz="2200">
              <a:solidFill>
                <a:srgbClr val="F8FAF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2" name="Google Shape;132;p16" title="[DEALWISE] Logotipo_Horizontal 03.png"/>
          <p:cNvPicPr preferRelativeResize="0"/>
          <p:nvPr/>
        </p:nvPicPr>
        <p:blipFill rotWithShape="1">
          <a:blip r:embed="rId5">
            <a:alphaModFix/>
          </a:blip>
          <a:srcRect b="0" l="0" r="79476" t="10"/>
          <a:stretch/>
        </p:blipFill>
        <p:spPr>
          <a:xfrm>
            <a:off x="17094050" y="9204550"/>
            <a:ext cx="438252" cy="392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7"/>
          <p:cNvSpPr/>
          <p:nvPr/>
        </p:nvSpPr>
        <p:spPr>
          <a:xfrm>
            <a:off x="1480700" y="3592150"/>
            <a:ext cx="4606500" cy="28233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0F172A">
                  <a:alpha val="26667"/>
                  <a:alpha val="13250"/>
                </a:srgbClr>
              </a:gs>
              <a:gs pos="85000">
                <a:srgbClr val="575FA6">
                  <a:alpha val="13250"/>
                </a:srgbClr>
              </a:gs>
              <a:gs pos="100000">
                <a:srgbClr val="848FEC">
                  <a:alpha val="13250"/>
                </a:srgbClr>
              </a:gs>
            </a:gsLst>
            <a:lin ang="18900044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7"/>
          <p:cNvSpPr txBox="1"/>
          <p:nvPr/>
        </p:nvSpPr>
        <p:spPr>
          <a:xfrm>
            <a:off x="1143000" y="1145886"/>
            <a:ext cx="16287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Mandala de Aquisições</a:t>
            </a:r>
            <a:endParaRPr sz="6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9" name="Google Shape;139;p17"/>
          <p:cNvSpPr txBox="1"/>
          <p:nvPr/>
        </p:nvSpPr>
        <p:spPr>
          <a:xfrm>
            <a:off x="1810316" y="3979418"/>
            <a:ext cx="39474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Estratégia Receptiva:</a:t>
            </a:r>
            <a:r>
              <a:rPr i="0" lang="en-US" sz="3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i="0" sz="3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Majoritariamente reativa; ausência de programa formal de indicações.</a:t>
            </a:r>
            <a:endParaRPr sz="2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0" name="Google Shape;140;p17"/>
          <p:cNvSpPr/>
          <p:nvPr/>
        </p:nvSpPr>
        <p:spPr>
          <a:xfrm>
            <a:off x="8603549" y="3475875"/>
            <a:ext cx="4606500" cy="28233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0F172A">
                  <a:alpha val="26667"/>
                  <a:alpha val="13250"/>
                </a:srgbClr>
              </a:gs>
              <a:gs pos="85000">
                <a:srgbClr val="575FA6">
                  <a:alpha val="13250"/>
                </a:srgbClr>
              </a:gs>
              <a:gs pos="100000">
                <a:srgbClr val="848FEC">
                  <a:alpha val="13250"/>
                </a:srgbClr>
              </a:gs>
            </a:gsLst>
            <a:lin ang="18900044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7"/>
          <p:cNvSpPr txBox="1"/>
          <p:nvPr/>
        </p:nvSpPr>
        <p:spPr>
          <a:xfrm>
            <a:off x="8933156" y="3863143"/>
            <a:ext cx="39474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Recuperação:</a:t>
            </a:r>
            <a:r>
              <a:rPr lang="en-US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Inexistência de processos formais para reativação de clientes/leads perdidos.</a:t>
            </a:r>
            <a:endParaRPr sz="2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" name="Google Shape;142;p17"/>
          <p:cNvSpPr/>
          <p:nvPr/>
        </p:nvSpPr>
        <p:spPr>
          <a:xfrm>
            <a:off x="4817218" y="5795625"/>
            <a:ext cx="4606500" cy="28233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0F172A">
                  <a:alpha val="26667"/>
                  <a:alpha val="13250"/>
                </a:srgbClr>
              </a:gs>
              <a:gs pos="76000">
                <a:srgbClr val="575FA6">
                  <a:alpha val="13250"/>
                </a:srgbClr>
              </a:gs>
              <a:gs pos="100000">
                <a:srgbClr val="848FEC">
                  <a:alpha val="13250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7"/>
          <p:cNvSpPr txBox="1"/>
          <p:nvPr/>
        </p:nvSpPr>
        <p:spPr>
          <a:xfrm>
            <a:off x="5146825" y="6147234"/>
            <a:ext cx="39474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Estratégia Ativa:</a:t>
            </a:r>
            <a:r>
              <a:rPr lang="en-US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Outbound manual e sem padronização de cadências ou acompanhamento analítico.</a:t>
            </a:r>
            <a:endParaRPr sz="2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4" name="Google Shape;144;p17"/>
          <p:cNvSpPr/>
          <p:nvPr/>
        </p:nvSpPr>
        <p:spPr>
          <a:xfrm>
            <a:off x="12200803" y="5795625"/>
            <a:ext cx="4606500" cy="28233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0F172A">
                  <a:alpha val="26667"/>
                  <a:alpha val="13250"/>
                </a:srgbClr>
              </a:gs>
              <a:gs pos="85000">
                <a:srgbClr val="575FA6">
                  <a:alpha val="13250"/>
                </a:srgbClr>
              </a:gs>
              <a:gs pos="100000">
                <a:srgbClr val="848FEC">
                  <a:alpha val="13250"/>
                </a:srgbClr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"/>
          <p:cNvSpPr txBox="1"/>
          <p:nvPr/>
        </p:nvSpPr>
        <p:spPr>
          <a:xfrm>
            <a:off x="12530410" y="6147234"/>
            <a:ext cx="39474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Expansão:</a:t>
            </a:r>
            <a:r>
              <a:rPr lang="en-US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Oportunidades de up/cross selling espontâneas e baseadas no relacionamento.</a:t>
            </a:r>
            <a:endParaRPr sz="2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6" name="Google Shape;146;p17" title="[DEALWISE] Logotipo_Horizontal 03.png"/>
          <p:cNvPicPr preferRelativeResize="0"/>
          <p:nvPr/>
        </p:nvPicPr>
        <p:blipFill rotWithShape="1">
          <a:blip r:embed="rId4">
            <a:alphaModFix/>
          </a:blip>
          <a:srcRect b="0" l="0" r="79476" t="10"/>
          <a:stretch/>
        </p:blipFill>
        <p:spPr>
          <a:xfrm>
            <a:off x="17094050" y="9204550"/>
            <a:ext cx="438252" cy="392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8" title="blur 1.png"/>
          <p:cNvPicPr preferRelativeResize="0"/>
          <p:nvPr/>
        </p:nvPicPr>
        <p:blipFill rotWithShape="1">
          <a:blip r:embed="rId4">
            <a:alphaModFix/>
          </a:blip>
          <a:srcRect b="0" l="9603" r="9563" t="0"/>
          <a:stretch/>
        </p:blipFill>
        <p:spPr>
          <a:xfrm rot="5400000">
            <a:off x="9608313" y="1582000"/>
            <a:ext cx="10236374" cy="712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8"/>
          <p:cNvSpPr/>
          <p:nvPr/>
        </p:nvSpPr>
        <p:spPr>
          <a:xfrm>
            <a:off x="1099650" y="3706086"/>
            <a:ext cx="11516700" cy="10845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0F172A">
                  <a:alpha val="26667"/>
                </a:srgbClr>
              </a:gs>
              <a:gs pos="85000">
                <a:srgbClr val="575FA6"/>
              </a:gs>
              <a:gs pos="100000">
                <a:srgbClr val="848FEC"/>
              </a:gs>
            </a:gsLst>
            <a:lin ang="1350003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8"/>
          <p:cNvSpPr txBox="1"/>
          <p:nvPr/>
        </p:nvSpPr>
        <p:spPr>
          <a:xfrm>
            <a:off x="2829725" y="3903450"/>
            <a:ext cx="95007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Redução da Previsibilidade:</a:t>
            </a:r>
            <a:r>
              <a:rPr i="0" lang="en-US" sz="2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i="0" lang="en-US" sz="2200" u="none" cap="none" strike="noStrik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Processos não padronizados dificultam o crescimento escalável e aumentam dependência individual.</a:t>
            </a:r>
            <a:endParaRPr sz="22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54" name="Google Shape;154;p18"/>
          <p:cNvSpPr/>
          <p:nvPr/>
        </p:nvSpPr>
        <p:spPr>
          <a:xfrm>
            <a:off x="1099650" y="5040650"/>
            <a:ext cx="11516700" cy="10845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0F172A">
                  <a:alpha val="26667"/>
                </a:srgbClr>
              </a:gs>
              <a:gs pos="85000">
                <a:srgbClr val="575FA6"/>
              </a:gs>
              <a:gs pos="100000">
                <a:srgbClr val="848FEC"/>
              </a:gs>
            </a:gsLst>
            <a:lin ang="1350003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8"/>
          <p:cNvSpPr txBox="1"/>
          <p:nvPr/>
        </p:nvSpPr>
        <p:spPr>
          <a:xfrm>
            <a:off x="2829725" y="5273075"/>
            <a:ext cx="95007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Risco Operacional:</a:t>
            </a:r>
            <a:r>
              <a:rPr i="0" lang="en-US" sz="2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i="0" lang="en-US" sz="2200" u="none" cap="none" strike="noStrik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Ausência de documentação compromete a transferência de conhecimento e gera vulnerabilidade em turnover.</a:t>
            </a:r>
            <a:endParaRPr sz="22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56" name="Google Shape;156;p18"/>
          <p:cNvSpPr/>
          <p:nvPr/>
        </p:nvSpPr>
        <p:spPr>
          <a:xfrm>
            <a:off x="1099650" y="6404100"/>
            <a:ext cx="11516700" cy="10845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0F172A">
                  <a:alpha val="26667"/>
                </a:srgbClr>
              </a:gs>
              <a:gs pos="85000">
                <a:srgbClr val="575FA6"/>
              </a:gs>
              <a:gs pos="100000">
                <a:srgbClr val="848FEC"/>
              </a:gs>
            </a:gsLst>
            <a:lin ang="1350003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8"/>
          <p:cNvSpPr txBox="1"/>
          <p:nvPr/>
        </p:nvSpPr>
        <p:spPr>
          <a:xfrm>
            <a:off x="2829725" y="6642700"/>
            <a:ext cx="95007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Sazonalidade do Mercado:</a:t>
            </a:r>
            <a:r>
              <a:rPr i="0" lang="en-US" sz="2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i="0" lang="en-US" sz="2200" u="none" cap="none" strike="noStrik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Falta de sistemas estruturados deixa a operação vulnerável à rede de contatos existente.</a:t>
            </a:r>
            <a:endParaRPr sz="22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58" name="Google Shape;158;p18"/>
          <p:cNvSpPr txBox="1"/>
          <p:nvPr/>
        </p:nvSpPr>
        <p:spPr>
          <a:xfrm>
            <a:off x="1100850" y="1094650"/>
            <a:ext cx="160863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F8FAFC"/>
                </a:solidFill>
                <a:latin typeface="Roboto"/>
                <a:ea typeface="Roboto"/>
                <a:cs typeface="Roboto"/>
                <a:sym typeface="Roboto"/>
              </a:rPr>
              <a:t>Mandala de Aquisições</a:t>
            </a:r>
            <a:endParaRPr b="1" sz="6000">
              <a:solidFill>
                <a:srgbClr val="F8FAFC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4000">
                <a:solidFill>
                  <a:srgbClr val="848FEC"/>
                </a:solidFill>
                <a:latin typeface="Roboto Light"/>
                <a:ea typeface="Roboto Light"/>
                <a:cs typeface="Roboto Light"/>
                <a:sym typeface="Roboto Light"/>
              </a:rPr>
              <a:t>Impactos observados</a:t>
            </a:r>
            <a:endParaRPr i="1" sz="4000">
              <a:solidFill>
                <a:srgbClr val="848FEC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59" name="Google Shape;159;p18" title="engrenagem sem fund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91950" y="3962746"/>
            <a:ext cx="557701" cy="55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8" title="engrenagem sem fund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91950" y="5317934"/>
            <a:ext cx="557701" cy="55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8" title="engrenagem sem fund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91950" y="6658934"/>
            <a:ext cx="557701" cy="55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8" title="[DEALWISE] Logotipo_Horizontal 03.png"/>
          <p:cNvPicPr preferRelativeResize="0"/>
          <p:nvPr/>
        </p:nvPicPr>
        <p:blipFill rotWithShape="1">
          <a:blip r:embed="rId6">
            <a:alphaModFix/>
          </a:blip>
          <a:srcRect b="0" l="0" r="79476" t="10"/>
          <a:stretch/>
        </p:blipFill>
        <p:spPr>
          <a:xfrm>
            <a:off x="17094050" y="9204550"/>
            <a:ext cx="438252" cy="392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9"/>
          <p:cNvSpPr/>
          <p:nvPr/>
        </p:nvSpPr>
        <p:spPr>
          <a:xfrm>
            <a:off x="9769075" y="4650503"/>
            <a:ext cx="7115100" cy="923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848FEC">
                  <a:alpha val="13333"/>
                </a:srgbClr>
              </a:gs>
              <a:gs pos="100000">
                <a:srgbClr val="848FEC">
                  <a:alpha val="24706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9"/>
          <p:cNvSpPr/>
          <p:nvPr/>
        </p:nvSpPr>
        <p:spPr>
          <a:xfrm>
            <a:off x="9769075" y="6166441"/>
            <a:ext cx="7115100" cy="923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848FEC">
                  <a:alpha val="13333"/>
                </a:srgbClr>
              </a:gs>
              <a:gs pos="100000">
                <a:srgbClr val="848FEC">
                  <a:alpha val="24706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9"/>
          <p:cNvSpPr/>
          <p:nvPr/>
        </p:nvSpPr>
        <p:spPr>
          <a:xfrm>
            <a:off x="9769075" y="7682403"/>
            <a:ext cx="7115100" cy="923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848FEC">
                  <a:alpha val="13333"/>
                </a:srgbClr>
              </a:gs>
              <a:gs pos="100000">
                <a:srgbClr val="848FEC">
                  <a:alpha val="24706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9"/>
          <p:cNvSpPr/>
          <p:nvPr/>
        </p:nvSpPr>
        <p:spPr>
          <a:xfrm>
            <a:off x="1017975" y="4438475"/>
            <a:ext cx="7381800" cy="40329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848FEC">
                  <a:alpha val="13333"/>
                </a:srgbClr>
              </a:gs>
              <a:gs pos="100000">
                <a:srgbClr val="848FEC">
                  <a:alpha val="32941"/>
                </a:srgbClr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9"/>
          <p:cNvSpPr txBox="1"/>
          <p:nvPr/>
        </p:nvSpPr>
        <p:spPr>
          <a:xfrm>
            <a:off x="1367622" y="4975451"/>
            <a:ext cx="7032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Perfil do Time</a:t>
            </a:r>
            <a:endParaRPr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" name="Google Shape;172;p19"/>
          <p:cNvSpPr/>
          <p:nvPr/>
        </p:nvSpPr>
        <p:spPr>
          <a:xfrm>
            <a:off x="9769075" y="3167053"/>
            <a:ext cx="7115100" cy="923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848FEC">
                  <a:alpha val="13333"/>
                </a:srgbClr>
              </a:gs>
              <a:gs pos="100000">
                <a:srgbClr val="848FEC">
                  <a:alpha val="24706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9"/>
          <p:cNvSpPr txBox="1"/>
          <p:nvPr/>
        </p:nvSpPr>
        <p:spPr>
          <a:xfrm>
            <a:off x="1367622" y="5932713"/>
            <a:ext cx="6697200" cy="23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Estrutura enxuta e centralizada nos s</a:t>
            </a:r>
            <a:r>
              <a:rPr lang="en-US"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ócios</a:t>
            </a:r>
            <a:r>
              <a:rPr i="0" lang="en-US" sz="2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, adaptada ao perfil técnico. Profissionais acumulam funções desde a </a:t>
            </a:r>
            <a:r>
              <a:rPr lang="en-US"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onde não é feito uma prospecção fundamentada e os leads chegam através da rede de contatos</a:t>
            </a:r>
            <a:endParaRPr sz="2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" name="Google Shape;174;p19"/>
          <p:cNvSpPr txBox="1"/>
          <p:nvPr/>
        </p:nvSpPr>
        <p:spPr>
          <a:xfrm>
            <a:off x="10048875" y="3439734"/>
            <a:ext cx="7500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Centralização e sobrecarga em poucos membros.</a:t>
            </a:r>
            <a:endParaRPr sz="2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" name="Google Shape;175;p19"/>
          <p:cNvSpPr txBox="1"/>
          <p:nvPr/>
        </p:nvSpPr>
        <p:spPr>
          <a:xfrm>
            <a:off x="10049047" y="4932800"/>
            <a:ext cx="738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Baixa especialização.</a:t>
            </a:r>
            <a:endParaRPr sz="2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6" name="Google Shape;176;p19"/>
          <p:cNvSpPr txBox="1"/>
          <p:nvPr/>
        </p:nvSpPr>
        <p:spPr>
          <a:xfrm>
            <a:off x="10048875" y="6445968"/>
            <a:ext cx="738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Rotinas informais de acompanhamento.</a:t>
            </a:r>
            <a:endParaRPr sz="2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7" name="Google Shape;177;p19"/>
          <p:cNvSpPr txBox="1"/>
          <p:nvPr/>
        </p:nvSpPr>
        <p:spPr>
          <a:xfrm>
            <a:off x="10048875" y="8018702"/>
            <a:ext cx="738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Dependência de conhecimento tácito.</a:t>
            </a:r>
            <a:endParaRPr sz="2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" name="Google Shape;178;p19"/>
          <p:cNvSpPr txBox="1"/>
          <p:nvPr/>
        </p:nvSpPr>
        <p:spPr>
          <a:xfrm>
            <a:off x="1143000" y="1145886"/>
            <a:ext cx="16287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Pessoas: Diagnóstico Atual</a:t>
            </a:r>
            <a:endParaRPr sz="6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9" name="Google Shape;179;p19" title="[DEALWISE] Logotipo_Horizontal 03.png"/>
          <p:cNvPicPr preferRelativeResize="0"/>
          <p:nvPr/>
        </p:nvPicPr>
        <p:blipFill rotWithShape="1">
          <a:blip r:embed="rId4">
            <a:alphaModFix/>
          </a:blip>
          <a:srcRect b="0" l="0" r="79476" t="10"/>
          <a:stretch/>
        </p:blipFill>
        <p:spPr>
          <a:xfrm>
            <a:off x="17094050" y="9204550"/>
            <a:ext cx="438252" cy="392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0"/>
          <p:cNvSpPr/>
          <p:nvPr/>
        </p:nvSpPr>
        <p:spPr>
          <a:xfrm>
            <a:off x="1051025" y="3493700"/>
            <a:ext cx="3809400" cy="41679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0F172A">
                  <a:alpha val="26667"/>
                  <a:alpha val="13250"/>
                </a:srgbClr>
              </a:gs>
              <a:gs pos="85000">
                <a:srgbClr val="575FA6">
                  <a:alpha val="13250"/>
                </a:srgbClr>
              </a:gs>
              <a:gs pos="100000">
                <a:srgbClr val="848FEC">
                  <a:alpha val="13250"/>
                </a:srgbClr>
              </a:gs>
            </a:gsLst>
            <a:lin ang="18900044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1146600" y="1006075"/>
            <a:ext cx="15994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F8FAFC"/>
                </a:solidFill>
                <a:latin typeface="Roboto"/>
                <a:ea typeface="Roboto"/>
                <a:cs typeface="Roboto"/>
                <a:sym typeface="Roboto"/>
              </a:rPr>
              <a:t>Estrutura Recomendada</a:t>
            </a:r>
            <a:endParaRPr sz="6000">
              <a:solidFill>
                <a:srgbClr val="F8FAF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1348313" y="4854309"/>
            <a:ext cx="3375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Gestor Estratégico</a:t>
            </a:r>
            <a:endParaRPr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1348313" y="6062549"/>
            <a:ext cx="32148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Planejamento e rotina de desenvolvimento do time.</a:t>
            </a:r>
            <a:endParaRPr sz="2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5176541" y="3493700"/>
            <a:ext cx="3809400" cy="41679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0F172A">
                  <a:alpha val="26667"/>
                  <a:alpha val="13250"/>
                </a:srgbClr>
              </a:gs>
              <a:gs pos="85000">
                <a:srgbClr val="575FA6">
                  <a:alpha val="13250"/>
                </a:srgbClr>
              </a:gs>
              <a:gs pos="100000">
                <a:srgbClr val="848FEC">
                  <a:alpha val="13250"/>
                </a:srgbClr>
              </a:gs>
            </a:gsLst>
            <a:lin ang="18900044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5563125" y="4854309"/>
            <a:ext cx="33753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Pré-Vendas </a:t>
            </a:r>
            <a:r>
              <a:rPr b="1" i="0" lang="en-US" sz="2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(SDR/BDR)</a:t>
            </a:r>
            <a:endParaRPr sz="2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5563125" y="6062549"/>
            <a:ext cx="3214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Prospecção ativa e qualificação rigorosa de leads.</a:t>
            </a:r>
            <a:endParaRPr sz="2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9302063" y="3493700"/>
            <a:ext cx="3809400" cy="41679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0F172A">
                  <a:alpha val="26667"/>
                  <a:alpha val="13250"/>
                </a:srgbClr>
              </a:gs>
              <a:gs pos="85000">
                <a:srgbClr val="575FA6">
                  <a:alpha val="13250"/>
                </a:srgbClr>
              </a:gs>
              <a:gs pos="100000">
                <a:srgbClr val="848FEC">
                  <a:alpha val="13250"/>
                </a:srgbClr>
              </a:gs>
            </a:gsLst>
            <a:lin ang="18900044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9777938" y="4854309"/>
            <a:ext cx="33753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Vendedores </a:t>
            </a:r>
            <a:r>
              <a:rPr b="1" i="0" lang="en-US" sz="2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(Closers)</a:t>
            </a:r>
            <a:endParaRPr sz="2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13427600" y="3493700"/>
            <a:ext cx="3809400" cy="41679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0F172A">
                  <a:alpha val="26667"/>
                  <a:alpha val="13250"/>
                </a:srgbClr>
              </a:gs>
              <a:gs pos="85000">
                <a:srgbClr val="575FA6">
                  <a:alpha val="13250"/>
                </a:srgbClr>
              </a:gs>
              <a:gs pos="100000">
                <a:srgbClr val="848FEC">
                  <a:alpha val="13250"/>
                </a:srgbClr>
              </a:gs>
            </a:gsLst>
            <a:lin ang="18900044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9777938" y="6062549"/>
            <a:ext cx="3214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Especialistas em diagnóstico e fechamentos complexos.</a:t>
            </a:r>
            <a:endParaRPr sz="2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13892629" y="4854309"/>
            <a:ext cx="3375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Pós-Venda</a:t>
            </a:r>
            <a:r>
              <a:rPr b="1" i="0" lang="en-US" sz="2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(CS)</a:t>
            </a:r>
            <a:endParaRPr sz="2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13892629" y="6062549"/>
            <a:ext cx="3214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Retenção, satisfação e expansão (Up/Cross Selling).</a:t>
            </a:r>
            <a:endParaRPr sz="2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97" name="Google Shape;197;p20" title="pilar sem fund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78088" y="3761591"/>
            <a:ext cx="417850" cy="9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0" title="pilar sem fund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63113" y="3761591"/>
            <a:ext cx="417850" cy="9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0" title="pilar sem fund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48138" y="3761591"/>
            <a:ext cx="417850" cy="9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0" title="pilar sem fund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892627" y="3761591"/>
            <a:ext cx="417850" cy="92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0"/>
          <p:cNvSpPr txBox="1"/>
          <p:nvPr/>
        </p:nvSpPr>
        <p:spPr>
          <a:xfrm>
            <a:off x="1300188" y="8455906"/>
            <a:ext cx="15687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200" u="none" cap="none" strike="noStrik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Benefícios: Redução de sobrecarga, maior especialização, onboarding facilitado e experiência do cliente mais fluida.</a:t>
            </a:r>
            <a:endParaRPr i="1" sz="22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202" name="Google Shape;202;p20" title="[DEALWISE] Logotipo_Horizontal 03.png"/>
          <p:cNvPicPr preferRelativeResize="0"/>
          <p:nvPr/>
        </p:nvPicPr>
        <p:blipFill rotWithShape="1">
          <a:blip r:embed="rId5">
            <a:alphaModFix/>
          </a:blip>
          <a:srcRect b="0" l="0" r="79476" t="10"/>
          <a:stretch/>
        </p:blipFill>
        <p:spPr>
          <a:xfrm>
            <a:off x="17094050" y="9204550"/>
            <a:ext cx="438252" cy="392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1"/>
          <p:cNvSpPr/>
          <p:nvPr/>
        </p:nvSpPr>
        <p:spPr>
          <a:xfrm>
            <a:off x="2969375" y="2970150"/>
            <a:ext cx="3809400" cy="2786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0F172A">
                  <a:alpha val="26667"/>
                  <a:alpha val="13250"/>
                </a:srgbClr>
              </a:gs>
              <a:gs pos="85000">
                <a:srgbClr val="575FA6">
                  <a:alpha val="13250"/>
                </a:srgbClr>
              </a:gs>
              <a:gs pos="100000">
                <a:srgbClr val="848FEC">
                  <a:alpha val="13250"/>
                </a:srgbClr>
              </a:gs>
            </a:gsLst>
            <a:lin ang="18900044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1"/>
          <p:cNvSpPr txBox="1"/>
          <p:nvPr/>
        </p:nvSpPr>
        <p:spPr>
          <a:xfrm>
            <a:off x="1146600" y="1006075"/>
            <a:ext cx="15994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F8FAFC"/>
                </a:solidFill>
                <a:latin typeface="Roboto"/>
                <a:ea typeface="Roboto"/>
                <a:cs typeface="Roboto"/>
                <a:sym typeface="Roboto"/>
              </a:rPr>
              <a:t>Foco em Desenvolvimento</a:t>
            </a:r>
            <a:endParaRPr sz="6000">
              <a:solidFill>
                <a:srgbClr val="F8FAF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3235937" y="3603273"/>
            <a:ext cx="32148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2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rPr>
              <a:t>Abordagem consultiva e diagnóstico de dores.</a:t>
            </a:r>
            <a:endParaRPr sz="2200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10" name="Google Shape;210;p21"/>
          <p:cNvSpPr/>
          <p:nvPr/>
        </p:nvSpPr>
        <p:spPr>
          <a:xfrm>
            <a:off x="7239300" y="2970150"/>
            <a:ext cx="3809400" cy="2786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0F172A">
                  <a:alpha val="26667"/>
                  <a:alpha val="13250"/>
                </a:srgbClr>
              </a:gs>
              <a:gs pos="85000">
                <a:srgbClr val="575FA6">
                  <a:alpha val="13250"/>
                </a:srgbClr>
              </a:gs>
              <a:gs pos="100000">
                <a:srgbClr val="848FEC">
                  <a:alpha val="13250"/>
                </a:srgbClr>
              </a:gs>
            </a:gsLst>
            <a:lin ang="18900044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11509225" y="2970150"/>
            <a:ext cx="3809400" cy="2786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0F172A">
                  <a:alpha val="26667"/>
                  <a:alpha val="13250"/>
                </a:srgbClr>
              </a:gs>
              <a:gs pos="85000">
                <a:srgbClr val="575FA6">
                  <a:alpha val="13250"/>
                </a:srgbClr>
              </a:gs>
              <a:gs pos="100000">
                <a:srgbClr val="848FEC">
                  <a:alpha val="13250"/>
                </a:srgbClr>
              </a:gs>
            </a:gsLst>
            <a:lin ang="18900044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1"/>
          <p:cNvSpPr/>
          <p:nvPr/>
        </p:nvSpPr>
        <p:spPr>
          <a:xfrm>
            <a:off x="11509225" y="6133675"/>
            <a:ext cx="3809400" cy="2786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0F172A">
                  <a:alpha val="26667"/>
                  <a:alpha val="13250"/>
                </a:srgbClr>
              </a:gs>
              <a:gs pos="85000">
                <a:srgbClr val="575FA6">
                  <a:alpha val="13250"/>
                </a:srgbClr>
              </a:gs>
              <a:gs pos="100000">
                <a:srgbClr val="848FEC">
                  <a:alpha val="13250"/>
                </a:srgbClr>
              </a:gs>
            </a:gsLst>
            <a:lin ang="18900044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7595149" y="3603273"/>
            <a:ext cx="3214800" cy="18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rPr>
              <a:t>Tradução de recursos técnicos em benefícios de negócio.</a:t>
            </a:r>
            <a:endParaRPr sz="2200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14" name="Google Shape;214;p21"/>
          <p:cNvSpPr txBox="1"/>
          <p:nvPr/>
        </p:nvSpPr>
        <p:spPr>
          <a:xfrm>
            <a:off x="11923612" y="3450873"/>
            <a:ext cx="32148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rPr>
              <a:t>Preparação para objeções e roteiros de follow-up.</a:t>
            </a:r>
            <a:endParaRPr sz="2200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15" name="Google Shape;215;p21"/>
          <p:cNvSpPr/>
          <p:nvPr/>
        </p:nvSpPr>
        <p:spPr>
          <a:xfrm>
            <a:off x="2969375" y="6133675"/>
            <a:ext cx="3809400" cy="2786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0F172A">
                  <a:alpha val="26667"/>
                  <a:alpha val="13250"/>
                </a:srgbClr>
              </a:gs>
              <a:gs pos="85000">
                <a:srgbClr val="575FA6">
                  <a:alpha val="13250"/>
                </a:srgbClr>
              </a:gs>
              <a:gs pos="100000">
                <a:srgbClr val="848FEC">
                  <a:alpha val="13250"/>
                </a:srgbClr>
              </a:gs>
            </a:gsLst>
            <a:lin ang="18900044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1"/>
          <p:cNvSpPr txBox="1"/>
          <p:nvPr/>
        </p:nvSpPr>
        <p:spPr>
          <a:xfrm>
            <a:off x="3266663" y="6858976"/>
            <a:ext cx="32148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2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rPr>
              <a:t>Treinamentos práticos em CRM e negociação.</a:t>
            </a:r>
            <a:endParaRPr sz="2200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17" name="Google Shape;217;p21"/>
          <p:cNvSpPr/>
          <p:nvPr/>
        </p:nvSpPr>
        <p:spPr>
          <a:xfrm>
            <a:off x="7239300" y="6133675"/>
            <a:ext cx="3809400" cy="2786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0F172A">
                  <a:alpha val="26667"/>
                  <a:alpha val="13250"/>
                </a:srgbClr>
              </a:gs>
              <a:gs pos="85000">
                <a:srgbClr val="575FA6">
                  <a:alpha val="13250"/>
                </a:srgbClr>
              </a:gs>
              <a:gs pos="100000">
                <a:srgbClr val="848FEC">
                  <a:alpha val="13250"/>
                </a:srgbClr>
              </a:gs>
            </a:gsLst>
            <a:lin ang="18900044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1"/>
          <p:cNvSpPr txBox="1"/>
          <p:nvPr/>
        </p:nvSpPr>
        <p:spPr>
          <a:xfrm>
            <a:off x="7625875" y="6858976"/>
            <a:ext cx="32148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2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rPr>
              <a:t>Inteligência emocional e Rapport.</a:t>
            </a:r>
            <a:endParaRPr sz="2200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19" name="Google Shape;219;p21"/>
          <p:cNvSpPr txBox="1"/>
          <p:nvPr/>
        </p:nvSpPr>
        <p:spPr>
          <a:xfrm>
            <a:off x="11954338" y="6706576"/>
            <a:ext cx="32148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rPr>
              <a:t>Storytelling comercial para vendas complexas.</a:t>
            </a:r>
            <a:endParaRPr sz="2200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220" name="Google Shape;220;p21" title="[DEALWISE] Logotipo_Horizontal 03.png"/>
          <p:cNvPicPr preferRelativeResize="0"/>
          <p:nvPr/>
        </p:nvPicPr>
        <p:blipFill rotWithShape="1">
          <a:blip r:embed="rId4">
            <a:alphaModFix/>
          </a:blip>
          <a:srcRect b="0" l="0" r="79476" t="10"/>
          <a:stretch/>
        </p:blipFill>
        <p:spPr>
          <a:xfrm>
            <a:off x="17094050" y="9204550"/>
            <a:ext cx="438252" cy="392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2"/>
          <p:cNvSpPr/>
          <p:nvPr/>
        </p:nvSpPr>
        <p:spPr>
          <a:xfrm>
            <a:off x="8217388" y="3475203"/>
            <a:ext cx="7878300" cy="6435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848FEC">
                  <a:alpha val="13333"/>
                </a:srgbClr>
              </a:gs>
              <a:gs pos="100000">
                <a:srgbClr val="848FEC">
                  <a:alpha val="24706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2"/>
          <p:cNvSpPr/>
          <p:nvPr/>
        </p:nvSpPr>
        <p:spPr>
          <a:xfrm>
            <a:off x="8217388" y="4235203"/>
            <a:ext cx="7878300" cy="6435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848FEC">
                  <a:alpha val="13333"/>
                </a:srgbClr>
              </a:gs>
              <a:gs pos="100000">
                <a:srgbClr val="848FEC">
                  <a:alpha val="24706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2"/>
          <p:cNvSpPr/>
          <p:nvPr/>
        </p:nvSpPr>
        <p:spPr>
          <a:xfrm>
            <a:off x="8217388" y="4978153"/>
            <a:ext cx="7878300" cy="6435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848FEC">
                  <a:alpha val="13333"/>
                </a:srgbClr>
              </a:gs>
              <a:gs pos="100000">
                <a:srgbClr val="848FEC">
                  <a:alpha val="24706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2"/>
          <p:cNvSpPr/>
          <p:nvPr/>
        </p:nvSpPr>
        <p:spPr>
          <a:xfrm>
            <a:off x="8217388" y="5721103"/>
            <a:ext cx="7878300" cy="6435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848FEC">
                  <a:alpha val="13333"/>
                </a:srgbClr>
              </a:gs>
              <a:gs pos="100000">
                <a:srgbClr val="848FEC">
                  <a:alpha val="24706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2"/>
          <p:cNvSpPr/>
          <p:nvPr/>
        </p:nvSpPr>
        <p:spPr>
          <a:xfrm>
            <a:off x="8217388" y="6464053"/>
            <a:ext cx="7878300" cy="6435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848FEC">
                  <a:alpha val="13333"/>
                </a:srgbClr>
              </a:gs>
              <a:gs pos="100000">
                <a:srgbClr val="848FEC">
                  <a:alpha val="24706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2"/>
          <p:cNvSpPr/>
          <p:nvPr/>
        </p:nvSpPr>
        <p:spPr>
          <a:xfrm>
            <a:off x="8217388" y="7207003"/>
            <a:ext cx="7878300" cy="6435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848FEC">
                  <a:alpha val="13333"/>
                </a:srgbClr>
              </a:gs>
              <a:gs pos="100000">
                <a:srgbClr val="848FEC">
                  <a:alpha val="24706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2"/>
          <p:cNvSpPr/>
          <p:nvPr/>
        </p:nvSpPr>
        <p:spPr>
          <a:xfrm>
            <a:off x="2192313" y="3475200"/>
            <a:ext cx="4851000" cy="23385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0F172A">
                  <a:alpha val="26667"/>
                  <a:alpha val="13250"/>
                </a:srgbClr>
              </a:gs>
              <a:gs pos="85000">
                <a:srgbClr val="575FA6">
                  <a:alpha val="13250"/>
                </a:srgbClr>
              </a:gs>
              <a:gs pos="100000">
                <a:srgbClr val="848FEC">
                  <a:alpha val="13250"/>
                </a:srgbClr>
              </a:gs>
            </a:gsLst>
            <a:lin ang="18900044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2"/>
          <p:cNvSpPr txBox="1"/>
          <p:nvPr/>
        </p:nvSpPr>
        <p:spPr>
          <a:xfrm>
            <a:off x="1146600" y="1006075"/>
            <a:ext cx="15994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F8FAFC"/>
                </a:solidFill>
                <a:latin typeface="Roboto"/>
                <a:ea typeface="Roboto"/>
                <a:cs typeface="Roboto"/>
                <a:sym typeface="Roboto"/>
              </a:rPr>
              <a:t>Gestão de Indicadores</a:t>
            </a:r>
            <a:endParaRPr sz="6000">
              <a:solidFill>
                <a:srgbClr val="F8FAF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3" name="Google Shape;233;p22"/>
          <p:cNvSpPr txBox="1"/>
          <p:nvPr/>
        </p:nvSpPr>
        <p:spPr>
          <a:xfrm>
            <a:off x="2192313" y="3105150"/>
            <a:ext cx="1843200" cy="30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0" u="none" cap="none" strike="noStrike">
                <a:solidFill>
                  <a:srgbClr val="575FA6"/>
                </a:solidFill>
                <a:latin typeface="Roboto"/>
                <a:ea typeface="Roboto"/>
                <a:cs typeface="Roboto"/>
                <a:sym typeface="Roboto"/>
              </a:rPr>
              <a:t>7</a:t>
            </a:r>
            <a:endParaRPr sz="20000">
              <a:solidFill>
                <a:srgbClr val="575FA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4" name="Google Shape;234;p22"/>
          <p:cNvSpPr txBox="1"/>
          <p:nvPr/>
        </p:nvSpPr>
        <p:spPr>
          <a:xfrm>
            <a:off x="3347088" y="4313075"/>
            <a:ext cx="35427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4000" u="none" cap="none" strike="noStrike">
                <a:solidFill>
                  <a:srgbClr val="FFFFFF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KPIs Essenciais</a:t>
            </a:r>
            <a:endParaRPr sz="40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5" name="Google Shape;235;p22"/>
          <p:cNvSpPr txBox="1"/>
          <p:nvPr/>
        </p:nvSpPr>
        <p:spPr>
          <a:xfrm>
            <a:off x="8719796" y="3644656"/>
            <a:ext cx="6507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Volume de cadências</a:t>
            </a:r>
            <a:endParaRPr sz="2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6" name="Google Shape;236;p22"/>
          <p:cNvSpPr txBox="1"/>
          <p:nvPr/>
        </p:nvSpPr>
        <p:spPr>
          <a:xfrm>
            <a:off x="8719796" y="4387606"/>
            <a:ext cx="6507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Reuniões agendadas</a:t>
            </a:r>
            <a:endParaRPr sz="2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7" name="Google Shape;237;p22"/>
          <p:cNvSpPr txBox="1"/>
          <p:nvPr/>
        </p:nvSpPr>
        <p:spPr>
          <a:xfrm>
            <a:off x="8719796" y="5130556"/>
            <a:ext cx="6507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Taxa de conversão</a:t>
            </a:r>
            <a:endParaRPr sz="2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8" name="Google Shape;238;p22"/>
          <p:cNvSpPr txBox="1"/>
          <p:nvPr/>
        </p:nvSpPr>
        <p:spPr>
          <a:xfrm>
            <a:off x="8719789" y="5873506"/>
            <a:ext cx="6507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Leads qualificados</a:t>
            </a:r>
            <a:endParaRPr sz="2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9" name="Google Shape;239;p22"/>
          <p:cNvSpPr txBox="1"/>
          <p:nvPr/>
        </p:nvSpPr>
        <p:spPr>
          <a:xfrm>
            <a:off x="8719789" y="6616455"/>
            <a:ext cx="6507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Propostas enviadas</a:t>
            </a:r>
            <a:endParaRPr sz="2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0" name="Google Shape;240;p22"/>
          <p:cNvSpPr txBox="1"/>
          <p:nvPr/>
        </p:nvSpPr>
        <p:spPr>
          <a:xfrm>
            <a:off x="8719789" y="7359405"/>
            <a:ext cx="6507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Ciclo de vendas</a:t>
            </a:r>
            <a:endParaRPr sz="2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1" name="Google Shape;241;p22"/>
          <p:cNvCxnSpPr/>
          <p:nvPr/>
        </p:nvCxnSpPr>
        <p:spPr>
          <a:xfrm>
            <a:off x="7719363" y="3545750"/>
            <a:ext cx="0" cy="4209600"/>
          </a:xfrm>
          <a:prstGeom prst="straightConnector1">
            <a:avLst/>
          </a:prstGeom>
          <a:noFill/>
          <a:ln cap="flat" cmpd="sng" w="9525">
            <a:solidFill>
              <a:srgbClr val="848FEC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42" name="Google Shape;242;p22" title="[DEALWISE] Logotipo_Horizontal 03.png"/>
          <p:cNvPicPr preferRelativeResize="0"/>
          <p:nvPr/>
        </p:nvPicPr>
        <p:blipFill rotWithShape="1">
          <a:blip r:embed="rId4">
            <a:alphaModFix/>
          </a:blip>
          <a:srcRect b="0" l="0" r="79476" t="10"/>
          <a:stretch/>
        </p:blipFill>
        <p:spPr>
          <a:xfrm>
            <a:off x="17094050" y="9204550"/>
            <a:ext cx="438252" cy="392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23" title="liquify 9.png"/>
          <p:cNvPicPr preferRelativeResize="0"/>
          <p:nvPr/>
        </p:nvPicPr>
        <p:blipFill rotWithShape="1">
          <a:blip r:embed="rId4">
            <a:alphaModFix/>
          </a:blip>
          <a:srcRect b="4626" l="0" r="14104" t="0"/>
          <a:stretch/>
        </p:blipFill>
        <p:spPr>
          <a:xfrm>
            <a:off x="1817550" y="0"/>
            <a:ext cx="16470451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3"/>
          <p:cNvSpPr txBox="1"/>
          <p:nvPr/>
        </p:nvSpPr>
        <p:spPr>
          <a:xfrm>
            <a:off x="1146600" y="1006075"/>
            <a:ext cx="15994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F8FAFC"/>
                </a:solidFill>
                <a:latin typeface="Roboto"/>
                <a:ea typeface="Roboto"/>
                <a:cs typeface="Roboto"/>
                <a:sym typeface="Roboto"/>
              </a:rPr>
              <a:t>Tecnologia Riscos e Melhorias</a:t>
            </a:r>
            <a:endParaRPr sz="6000">
              <a:solidFill>
                <a:srgbClr val="F8FAF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9" name="Google Shape;249;p23"/>
          <p:cNvSpPr txBox="1"/>
          <p:nvPr/>
        </p:nvSpPr>
        <p:spPr>
          <a:xfrm>
            <a:off x="1146600" y="3480540"/>
            <a:ext cx="552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848FEC"/>
                </a:solidFill>
                <a:latin typeface="Roboto"/>
                <a:ea typeface="Roboto"/>
                <a:cs typeface="Roboto"/>
                <a:sym typeface="Roboto"/>
              </a:rPr>
              <a:t>Riscos Identificados</a:t>
            </a:r>
            <a:endParaRPr sz="3000">
              <a:solidFill>
                <a:srgbClr val="848FE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50" name="Google Shape;250;p23"/>
          <p:cNvCxnSpPr/>
          <p:nvPr/>
        </p:nvCxnSpPr>
        <p:spPr>
          <a:xfrm>
            <a:off x="8696759" y="3509780"/>
            <a:ext cx="0" cy="4055700"/>
          </a:xfrm>
          <a:prstGeom prst="straightConnector1">
            <a:avLst/>
          </a:prstGeom>
          <a:noFill/>
          <a:ln cap="flat" cmpd="sng" w="9525">
            <a:solidFill>
              <a:srgbClr val="848FE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1" name="Google Shape;251;p23"/>
          <p:cNvSpPr txBox="1"/>
          <p:nvPr/>
        </p:nvSpPr>
        <p:spPr>
          <a:xfrm>
            <a:off x="1146598" y="4898540"/>
            <a:ext cx="64182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83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Roboto"/>
              <a:buChar char="●"/>
            </a:pPr>
            <a:r>
              <a:rPr i="0" lang="en-US" sz="2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Análise superficial por falta de dados confiáveis.</a:t>
            </a:r>
            <a:endParaRPr sz="2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2" name="Google Shape;252;p23"/>
          <p:cNvSpPr txBox="1"/>
          <p:nvPr/>
        </p:nvSpPr>
        <p:spPr>
          <a:xfrm>
            <a:off x="1146598" y="5959502"/>
            <a:ext cx="6418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83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Roboto"/>
              <a:buChar char="●"/>
            </a:pPr>
            <a:r>
              <a:rPr lang="en-US" sz="2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Ausencia de </a:t>
            </a:r>
            <a:r>
              <a:rPr i="0" lang="en-US" sz="2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Pipeline</a:t>
            </a:r>
            <a:endParaRPr sz="2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53" name="Google Shape;253;p23" title="[DEALWISE] Logotipo_Horizontal 03.png"/>
          <p:cNvPicPr preferRelativeResize="0"/>
          <p:nvPr/>
        </p:nvPicPr>
        <p:blipFill rotWithShape="1">
          <a:blip r:embed="rId5">
            <a:alphaModFix/>
          </a:blip>
          <a:srcRect b="0" l="0" r="79476" t="10"/>
          <a:stretch/>
        </p:blipFill>
        <p:spPr>
          <a:xfrm>
            <a:off x="17094050" y="9204550"/>
            <a:ext cx="438252" cy="392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4"/>
          <p:cNvSpPr/>
          <p:nvPr/>
        </p:nvSpPr>
        <p:spPr>
          <a:xfrm>
            <a:off x="-6398175" y="-1047750"/>
            <a:ext cx="12382500" cy="12382500"/>
          </a:xfrm>
          <a:prstGeom prst="ellipse">
            <a:avLst/>
          </a:prstGeom>
          <a:solidFill>
            <a:srgbClr val="848FEC">
              <a:alpha val="331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4"/>
          <p:cNvSpPr txBox="1"/>
          <p:nvPr/>
        </p:nvSpPr>
        <p:spPr>
          <a:xfrm>
            <a:off x="1409350" y="4219950"/>
            <a:ext cx="57114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F8FAFC"/>
                </a:solidFill>
                <a:latin typeface="Roboto"/>
                <a:ea typeface="Roboto"/>
                <a:cs typeface="Roboto"/>
                <a:sym typeface="Roboto"/>
              </a:rPr>
              <a:t>Próximos Passos</a:t>
            </a:r>
            <a:endParaRPr sz="6000">
              <a:solidFill>
                <a:srgbClr val="F8FAF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0" name="Google Shape;260;p24"/>
          <p:cNvSpPr txBox="1"/>
          <p:nvPr/>
        </p:nvSpPr>
        <p:spPr>
          <a:xfrm>
            <a:off x="10662244" y="2303663"/>
            <a:ext cx="5438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3000" u="none" cap="none" strike="noStrik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Padronizar campos </a:t>
            </a:r>
            <a:r>
              <a:rPr lang="en-US" sz="3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e</a:t>
            </a:r>
            <a:r>
              <a:rPr i="0" lang="en-US" sz="3000" u="none" cap="none" strike="noStrik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 etapas do funil.</a:t>
            </a:r>
            <a:endParaRPr sz="30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61" name="Google Shape;261;p24"/>
          <p:cNvSpPr txBox="1"/>
          <p:nvPr/>
        </p:nvSpPr>
        <p:spPr>
          <a:xfrm>
            <a:off x="10662244" y="3889088"/>
            <a:ext cx="5438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3000" u="none" cap="none" strike="noStrik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Criar agenda fixa de auditoria do CRM.</a:t>
            </a:r>
            <a:endParaRPr sz="30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62" name="Google Shape;262;p24"/>
          <p:cNvSpPr txBox="1"/>
          <p:nvPr/>
        </p:nvSpPr>
        <p:spPr>
          <a:xfrm>
            <a:off x="10662244" y="5474513"/>
            <a:ext cx="5438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3000" u="none" cap="none" strike="noStrik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Implementar automações para follow-up.</a:t>
            </a:r>
            <a:endParaRPr sz="30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63" name="Google Shape;263;p24"/>
          <p:cNvSpPr txBox="1"/>
          <p:nvPr/>
        </p:nvSpPr>
        <p:spPr>
          <a:xfrm>
            <a:off x="10662244" y="7059938"/>
            <a:ext cx="5438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3000" u="none" cap="none" strike="noStrik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Desenvolver painéis analíticos focados em KPIs.</a:t>
            </a:r>
            <a:endParaRPr sz="30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64" name="Google Shape;264;p24"/>
          <p:cNvSpPr/>
          <p:nvPr/>
        </p:nvSpPr>
        <p:spPr>
          <a:xfrm>
            <a:off x="9440663" y="2494333"/>
            <a:ext cx="527100" cy="542100"/>
          </a:xfrm>
          <a:prstGeom prst="ellipse">
            <a:avLst/>
          </a:prstGeom>
          <a:gradFill>
            <a:gsLst>
              <a:gs pos="0">
                <a:srgbClr val="848FEC">
                  <a:alpha val="70000"/>
                </a:srgbClr>
              </a:gs>
              <a:gs pos="60000">
                <a:srgbClr val="373F8A">
                  <a:alpha val="70000"/>
                </a:srgbClr>
              </a:gs>
              <a:gs pos="100000">
                <a:srgbClr val="373F8A">
                  <a:alpha val="70000"/>
                </a:srgbClr>
              </a:gs>
            </a:gsLst>
            <a:lin ang="12001174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5F5F5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b="1" sz="2000">
              <a:solidFill>
                <a:srgbClr val="F5F5F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5" name="Google Shape;265;p24"/>
          <p:cNvSpPr/>
          <p:nvPr/>
        </p:nvSpPr>
        <p:spPr>
          <a:xfrm>
            <a:off x="9440663" y="4079758"/>
            <a:ext cx="527100" cy="542100"/>
          </a:xfrm>
          <a:prstGeom prst="ellipse">
            <a:avLst/>
          </a:prstGeom>
          <a:gradFill>
            <a:gsLst>
              <a:gs pos="0">
                <a:srgbClr val="848FEC">
                  <a:alpha val="70000"/>
                </a:srgbClr>
              </a:gs>
              <a:gs pos="60000">
                <a:srgbClr val="373F8A">
                  <a:alpha val="70000"/>
                </a:srgbClr>
              </a:gs>
              <a:gs pos="100000">
                <a:srgbClr val="373F8A">
                  <a:alpha val="70000"/>
                </a:srgbClr>
              </a:gs>
            </a:gsLst>
            <a:lin ang="12001174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5F5F5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b="1" sz="2000">
              <a:solidFill>
                <a:srgbClr val="F5F5F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6" name="Google Shape;266;p24"/>
          <p:cNvSpPr/>
          <p:nvPr/>
        </p:nvSpPr>
        <p:spPr>
          <a:xfrm>
            <a:off x="9440663" y="5665183"/>
            <a:ext cx="527100" cy="542100"/>
          </a:xfrm>
          <a:prstGeom prst="ellipse">
            <a:avLst/>
          </a:prstGeom>
          <a:gradFill>
            <a:gsLst>
              <a:gs pos="0">
                <a:srgbClr val="848FEC">
                  <a:alpha val="70000"/>
                </a:srgbClr>
              </a:gs>
              <a:gs pos="60000">
                <a:srgbClr val="373F8A">
                  <a:alpha val="70000"/>
                </a:srgbClr>
              </a:gs>
              <a:gs pos="100000">
                <a:srgbClr val="373F8A">
                  <a:alpha val="70000"/>
                </a:srgbClr>
              </a:gs>
            </a:gsLst>
            <a:lin ang="12001174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5F5F5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b="1" sz="2000">
              <a:solidFill>
                <a:srgbClr val="F5F5F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7" name="Google Shape;267;p24"/>
          <p:cNvSpPr/>
          <p:nvPr/>
        </p:nvSpPr>
        <p:spPr>
          <a:xfrm>
            <a:off x="9440663" y="7250608"/>
            <a:ext cx="527100" cy="542100"/>
          </a:xfrm>
          <a:prstGeom prst="ellipse">
            <a:avLst/>
          </a:prstGeom>
          <a:gradFill>
            <a:gsLst>
              <a:gs pos="0">
                <a:srgbClr val="848FEC">
                  <a:alpha val="70000"/>
                </a:srgbClr>
              </a:gs>
              <a:gs pos="60000">
                <a:srgbClr val="373F8A">
                  <a:alpha val="70000"/>
                </a:srgbClr>
              </a:gs>
              <a:gs pos="100000">
                <a:srgbClr val="373F8A">
                  <a:alpha val="70000"/>
                </a:srgbClr>
              </a:gs>
            </a:gsLst>
            <a:lin ang="12001174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5F5F5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 b="1" sz="2000">
              <a:solidFill>
                <a:srgbClr val="F5F5F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68" name="Google Shape;268;p24" title="[DEALWISE] Logotipo_Horizontal 03.png"/>
          <p:cNvPicPr preferRelativeResize="0"/>
          <p:nvPr/>
        </p:nvPicPr>
        <p:blipFill rotWithShape="1">
          <a:blip r:embed="rId4">
            <a:alphaModFix/>
          </a:blip>
          <a:srcRect b="0" l="0" r="79476" t="10"/>
          <a:stretch/>
        </p:blipFill>
        <p:spPr>
          <a:xfrm>
            <a:off x="17094050" y="9204550"/>
            <a:ext cx="438252" cy="392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5">
            <a:hlinkClick r:id="rId4"/>
          </p:cNvPr>
          <p:cNvSpPr/>
          <p:nvPr/>
        </p:nvSpPr>
        <p:spPr>
          <a:xfrm>
            <a:off x="1749953" y="4236886"/>
            <a:ext cx="568200" cy="568200"/>
          </a:xfrm>
          <a:prstGeom prst="flowChartConnector">
            <a:avLst/>
          </a:prstGeom>
          <a:gradFill>
            <a:gsLst>
              <a:gs pos="0">
                <a:srgbClr val="848FEC"/>
              </a:gs>
              <a:gs pos="100000">
                <a:srgbClr val="141856"/>
              </a:gs>
            </a:gsLst>
            <a:lin ang="18900732" scaled="0"/>
          </a:gra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25">
            <a:hlinkClick r:id="rId5"/>
          </p:cNvPr>
          <p:cNvSpPr/>
          <p:nvPr/>
        </p:nvSpPr>
        <p:spPr>
          <a:xfrm>
            <a:off x="1749951" y="5045112"/>
            <a:ext cx="568200" cy="568200"/>
          </a:xfrm>
          <a:prstGeom prst="flowChartConnector">
            <a:avLst/>
          </a:prstGeom>
          <a:gradFill>
            <a:gsLst>
              <a:gs pos="0">
                <a:srgbClr val="848FEC"/>
              </a:gs>
              <a:gs pos="60000">
                <a:srgbClr val="373F8A"/>
              </a:gs>
              <a:gs pos="100000">
                <a:srgbClr val="373F8A"/>
              </a:gs>
            </a:gsLst>
            <a:lin ang="12000143" scaled="0"/>
          </a:gra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25"/>
          <p:cNvSpPr txBox="1"/>
          <p:nvPr/>
        </p:nvSpPr>
        <p:spPr>
          <a:xfrm>
            <a:off x="2470675" y="5130950"/>
            <a:ext cx="3702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600">
                <a:solidFill>
                  <a:srgbClr val="EBEBEB"/>
                </a:solidFill>
                <a:latin typeface="Roboto"/>
                <a:ea typeface="Roboto"/>
                <a:cs typeface="Roboto"/>
                <a:sym typeface="Roboto"/>
              </a:rPr>
              <a:t>dealwise.com.br</a:t>
            </a:r>
            <a:endParaRPr b="0" i="0" sz="22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7" name="Google Shape;277;p25"/>
          <p:cNvSpPr txBox="1"/>
          <p:nvPr/>
        </p:nvSpPr>
        <p:spPr>
          <a:xfrm>
            <a:off x="2470675" y="4305425"/>
            <a:ext cx="3702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600">
                <a:solidFill>
                  <a:srgbClr val="EBEBEB"/>
                </a:solidFill>
                <a:latin typeface="Roboto"/>
                <a:ea typeface="Roboto"/>
                <a:cs typeface="Roboto"/>
                <a:sym typeface="Roboto"/>
              </a:rPr>
              <a:t>(11) 9 7837-0950</a:t>
            </a:r>
            <a:endParaRPr b="0" i="0" sz="22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8" name="Google Shape;278;p25"/>
          <p:cNvSpPr txBox="1"/>
          <p:nvPr/>
        </p:nvSpPr>
        <p:spPr>
          <a:xfrm>
            <a:off x="1749950" y="3057238"/>
            <a:ext cx="5618400" cy="8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4600" u="none" cap="none" strike="noStrike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rPr>
              <a:t>NOSSOS </a:t>
            </a:r>
            <a:r>
              <a:rPr b="1" i="0" lang="en-US" sz="4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CONTATOS</a:t>
            </a:r>
            <a:endParaRPr b="0" i="0" sz="46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79" name="Google Shape;279;p25">
            <a:hlinkClick r:id="rId6"/>
          </p:cNvPr>
          <p:cNvSpPr/>
          <p:nvPr/>
        </p:nvSpPr>
        <p:spPr>
          <a:xfrm>
            <a:off x="1749940" y="5853336"/>
            <a:ext cx="568200" cy="568200"/>
          </a:xfrm>
          <a:prstGeom prst="flowChartConnector">
            <a:avLst/>
          </a:prstGeom>
          <a:gradFill>
            <a:gsLst>
              <a:gs pos="0">
                <a:srgbClr val="848FEC"/>
              </a:gs>
              <a:gs pos="100000">
                <a:srgbClr val="141856"/>
              </a:gs>
            </a:gsLst>
            <a:lin ang="18900732" scaled="0"/>
          </a:gra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0" name="Google Shape;280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90812" y="5174986"/>
            <a:ext cx="308425" cy="308425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5">
            <a:hlinkClick r:id="rId8"/>
          </p:cNvPr>
          <p:cNvSpPr/>
          <p:nvPr/>
        </p:nvSpPr>
        <p:spPr>
          <a:xfrm>
            <a:off x="1749938" y="6661562"/>
            <a:ext cx="568200" cy="568200"/>
          </a:xfrm>
          <a:prstGeom prst="flowChartConnector">
            <a:avLst/>
          </a:prstGeom>
          <a:gradFill>
            <a:gsLst>
              <a:gs pos="0">
                <a:srgbClr val="848FEC"/>
              </a:gs>
              <a:gs pos="60000">
                <a:srgbClr val="373F8A"/>
              </a:gs>
              <a:gs pos="100000">
                <a:srgbClr val="373F8A"/>
              </a:gs>
            </a:gsLst>
            <a:lin ang="12000143" scaled="0"/>
          </a:gra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25"/>
          <p:cNvSpPr txBox="1"/>
          <p:nvPr/>
        </p:nvSpPr>
        <p:spPr>
          <a:xfrm>
            <a:off x="2470676" y="6730100"/>
            <a:ext cx="3702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600">
                <a:solidFill>
                  <a:srgbClr val="EBEBEB"/>
                </a:solidFill>
                <a:latin typeface="Roboto"/>
                <a:ea typeface="Roboto"/>
                <a:cs typeface="Roboto"/>
                <a:sym typeface="Roboto"/>
              </a:rPr>
              <a:t>@dealwise.aceleradora</a:t>
            </a:r>
            <a:endParaRPr b="0" i="0" sz="22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3" name="Google Shape;283;p25"/>
          <p:cNvSpPr txBox="1"/>
          <p:nvPr/>
        </p:nvSpPr>
        <p:spPr>
          <a:xfrm>
            <a:off x="2470679" y="5956463"/>
            <a:ext cx="3702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600">
                <a:solidFill>
                  <a:srgbClr val="EBEBEB"/>
                </a:solidFill>
                <a:latin typeface="Roboto"/>
                <a:ea typeface="Roboto"/>
                <a:cs typeface="Roboto"/>
                <a:sym typeface="Roboto"/>
              </a:rPr>
              <a:t>linkedin.com/company/deal-wise</a:t>
            </a:r>
            <a:endParaRPr b="0" i="0" sz="22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84" name="Google Shape;284;p25" title="whatsapp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911125" y="4390072"/>
            <a:ext cx="267802" cy="2678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25" title="linkedin.png"/>
          <p:cNvPicPr preferRelativeResize="0"/>
          <p:nvPr/>
        </p:nvPicPr>
        <p:blipFill rotWithShape="1">
          <a:blip r:embed="rId10">
            <a:alphaModFix/>
          </a:blip>
          <a:srcRect b="10209" l="0" r="5829" t="0"/>
          <a:stretch/>
        </p:blipFill>
        <p:spPr>
          <a:xfrm>
            <a:off x="1918925" y="6017200"/>
            <a:ext cx="252201" cy="240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5" title="instagram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903325" y="6811750"/>
            <a:ext cx="267802" cy="2678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